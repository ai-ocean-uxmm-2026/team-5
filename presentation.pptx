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132bc0fb664211" /><Relationship Type="http://schemas.openxmlformats.org/officeDocument/2006/relationships/extended-properties" Target="/docProps/app.xml" Id="R08ecca1cc0ae4e51" /><Relationship Type="http://schemas.openxmlformats.org/officeDocument/2006/relationships/officeDocument" Target="/ppt/presentation.xml" Id="R523e1adcadcd45c1" /></Relationships>
</file>

<file path=ppt/presentation.xml><?xml version="1.0" encoding="utf-8"?>
<p:presentation xmlns:p="http://schemas.openxmlformats.org/presentationml/2006/main">
  <p:sldMasterIdLst>
    <p:sldMasterId xmlns:r="http://schemas.openxmlformats.org/officeDocument/2006/relationships" id="2147483648" r:id="Rbf5d9936e3394ea2"/>
  </p:sldMasterIdLst>
  <p:notesMasterIdLst>
    <p:notesMasterId xmlns:r="http://schemas.openxmlformats.org/officeDocument/2006/relationships" r:id="R06625ba4cb194dad"/>
  </p:notesMasterIdLst>
  <p:sldIdLst>
    <p:sldId xmlns:r="http://schemas.openxmlformats.org/officeDocument/2006/relationships" id="256" r:id="Re1cfdfc3c1f84b65"/>
    <p:sldId xmlns:r="http://schemas.openxmlformats.org/officeDocument/2006/relationships" id="257" r:id="R4e14dc230b244c0d"/>
    <p:sldId xmlns:r="http://schemas.openxmlformats.org/officeDocument/2006/relationships" id="258" r:id="R424ceabcf75848e2"/>
    <p:sldId xmlns:r="http://schemas.openxmlformats.org/officeDocument/2006/relationships" id="259" r:id="R3c194d5795af4f1a"/>
    <p:sldId xmlns:r="http://schemas.openxmlformats.org/officeDocument/2006/relationships" id="260" r:id="R8e83834658c14323"/>
    <p:sldId xmlns:r="http://schemas.openxmlformats.org/officeDocument/2006/relationships" id="261" r:id="R2c68fcc036a64649"/>
    <p:sldId xmlns:r="http://schemas.openxmlformats.org/officeDocument/2006/relationships" id="262" r:id="R2143162cee2f42e7"/>
    <p:sldId xmlns:r="http://schemas.openxmlformats.org/officeDocument/2006/relationships" id="263" r:id="R2bb84f501dbe46d9"/>
    <p:sldId xmlns:r="http://schemas.openxmlformats.org/officeDocument/2006/relationships" id="264" r:id="Rb6f482a42b69451f"/>
    <p:sldId xmlns:r="http://schemas.openxmlformats.org/officeDocument/2006/relationships" id="265" r:id="R672d53f1562044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05bb00aea145f7" /><Relationship Type="http://schemas.openxmlformats.org/officeDocument/2006/relationships/slideMaster" Target="/ppt/slideMasters/slideMaster1.xml" Id="Rbf5d9936e3394ea2" /><Relationship Type="http://schemas.openxmlformats.org/officeDocument/2006/relationships/notesMaster" Target="/ppt/notesMasters/notesMaster1.xml" Id="R06625ba4cb194dad" /><Relationship Type="http://schemas.openxmlformats.org/officeDocument/2006/relationships/presProps" Target="/ppt/presProps.xml" Id="Rf2dc45ad678247d6" /><Relationship Type="http://schemas.openxmlformats.org/officeDocument/2006/relationships/tableStyles" Target="/ppt/tableStyles.xml" Id="R30d70889b8704342" /><Relationship Type="http://schemas.openxmlformats.org/officeDocument/2006/relationships/slide" Target="/ppt/slides/slide1.xml" Id="Re1cfdfc3c1f84b65" /><Relationship Type="http://schemas.openxmlformats.org/officeDocument/2006/relationships/slide" Target="/ppt/slides/slide2.xml" Id="R4e14dc230b244c0d" /><Relationship Type="http://schemas.openxmlformats.org/officeDocument/2006/relationships/slide" Target="/ppt/slides/slide3.xml" Id="R424ceabcf75848e2" /><Relationship Type="http://schemas.openxmlformats.org/officeDocument/2006/relationships/slide" Target="/ppt/slides/slide4.xml" Id="R3c194d5795af4f1a" /><Relationship Type="http://schemas.openxmlformats.org/officeDocument/2006/relationships/slide" Target="/ppt/slides/slide5.xml" Id="R8e83834658c14323" /><Relationship Type="http://schemas.openxmlformats.org/officeDocument/2006/relationships/slide" Target="/ppt/slides/slide6.xml" Id="R2c68fcc036a64649" /><Relationship Type="http://schemas.openxmlformats.org/officeDocument/2006/relationships/slide" Target="/ppt/slides/slide7.xml" Id="R2143162cee2f42e7" /><Relationship Type="http://schemas.openxmlformats.org/officeDocument/2006/relationships/slide" Target="/ppt/slides/slide8.xml" Id="R2bb84f501dbe46d9" /><Relationship Type="http://schemas.openxmlformats.org/officeDocument/2006/relationships/slide" Target="/ppt/slides/slide9.xml" Id="Rb6f482a42b69451f" /><Relationship Type="http://schemas.openxmlformats.org/officeDocument/2006/relationships/slide" Target="/ppt/slides/slide10.xml" Id="R672d53f1562044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f03428fd4746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Plus Jakarta Sans"/>
        <a:ea typeface=""/>
        <a:cs typeface=""/>
      </a:majorFont>
      <a:minorFont>
        <a:latin typeface="Plus Jakarta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dcc43a3d664917" /><Relationship Type="http://schemas.openxmlformats.org/officeDocument/2006/relationships/notesMaster" Target="/ppt/notesMasters/notesMaster1.xml" Id="Rc40f54eecc7d4e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4a85e2f49a41bd" /><Relationship Type="http://schemas.openxmlformats.org/officeDocument/2006/relationships/notesMaster" Target="/ppt/notesMasters/notesMaster1.xml" Id="Raad5554e610241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d5902616f341ec" /><Relationship Type="http://schemas.openxmlformats.org/officeDocument/2006/relationships/notesMaster" Target="/ppt/notesMasters/notesMaster1.xml" Id="R723f5b65e9cf48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2dcb69b3924ad8" /><Relationship Type="http://schemas.openxmlformats.org/officeDocument/2006/relationships/notesMaster" Target="/ppt/notesMasters/notesMaster1.xml" Id="R150d1ea79d6e47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f25cf436344c5f" /><Relationship Type="http://schemas.openxmlformats.org/officeDocument/2006/relationships/notesMaster" Target="/ppt/notesMasters/notesMaster1.xml" Id="Rcd54a3c3de0347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26ae02464b414d" /><Relationship Type="http://schemas.openxmlformats.org/officeDocument/2006/relationships/notesMaster" Target="/ppt/notesMasters/notesMaster1.xml" Id="R05541217ba5049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70b8f6d9e34a32" /><Relationship Type="http://schemas.openxmlformats.org/officeDocument/2006/relationships/notesMaster" Target="/ppt/notesMasters/notesMaster1.xml" Id="R1c0d74d3906e44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2e10ed84474fd0" /><Relationship Type="http://schemas.openxmlformats.org/officeDocument/2006/relationships/notesMaster" Target="/ppt/notesMasters/notesMaster1.xml" Id="R2e4acecc286446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0c5d609aac4008" /><Relationship Type="http://schemas.openxmlformats.org/officeDocument/2006/relationships/notesMaster" Target="/ppt/notesMasters/notesMaster1.xml" Id="R0f7dc971479143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a78e052a9c4fd7" /><Relationship Type="http://schemas.openxmlformats.org/officeDocument/2006/relationships/notesMaster" Target="/ppt/notesMasters/notesMaster1.xml" Id="Rcc1b8267887043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a:t>
            </a:r>
          </a:p>
          <a:p xmlns:a="http://schemas.openxmlformats.org/drawingml/2006/main">
            <a:r>
              <a:t>Hello everyone. We are Team 404, and this is the Citadel. We connect learning to real work. Let us show you the idea through two stories, and then through our product.</a:t>
            </a:r>
          </a:p>
          <a:p xmlns:a="http://schemas.openxmlformats.org/drawingml/2006/main">
            <a:r>
              <a:t/>
            </a:r>
          </a:p>
          <a:p xmlns:a="http://schemas.openxmlformats.org/drawingml/2006/main">
            <a:r>
              <a:t>Sources: Team 404 pitch script supplied by the user. Brand assets and product screenshots from the local Citadel project. Illustrations depict fictional characters. No market-size or traction figures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a:t>
            </a:r>
          </a:p>
          <a:p xmlns:a="http://schemas.openxmlformats.org/drawingml/2006/main">
            <a:r>
              <a:t>ZinYaw is a young seagull with a big dream: she wants to fly across the ocean. But she cannot fly yet. Then she meets Cidi, who introduces her to the Citadel. There she finds crabs, octopuses, sharks and turtles learning alongside her. Each has a different goal. They represent learners like us: people with ambition who need a clear place to begin.</a:t>
            </a:r>
          </a:p>
          <a:p xmlns:a="http://schemas.openxmlformats.org/drawingml/2006/main">
            <a:r>
              <a:t/>
            </a:r>
          </a:p>
          <a:p xmlns:a="http://schemas.openxmlformats.org/drawingml/2006/main">
            <a:r>
              <a:t>Sources: Team 404 pitch script supplied by the user. Brand assets and product screenshots from the local Citadel project. Illustrations depict fictional characters. No market-size or traction figures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The gap is the same outside our story. Young learners need to know what to learn and how to show that they can do the work. Companies need evidence of ability before they hire. We begin with aspiring IT talent in Myanmar and companies seeking junior talent.</a:t>
            </a:r>
          </a:p>
          <a:p xmlns:a="http://schemas.openxmlformats.org/drawingml/2006/main">
            <a:r>
              <a:t/>
            </a:r>
          </a:p>
          <a:p xmlns:a="http://schemas.openxmlformats.org/drawingml/2006/main">
            <a:r>
              <a:t>Sources: Team 404 pitch script supplied by the user. Brand assets and product screenshots from the local Citadel project. Illustrations depict fictional characters. No market-size or traction figures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including a 20-second demo]</a:t>
            </a:r>
          </a:p>
          <a:p xmlns:a="http://schemas.openxmlformats.org/drawingml/2006/main">
            <a:r>
              <a:t>Learners choose a goal and get a personal roadmap. They take short courses, complete practice and pass the course assessment to earn a certificate. That certificate unlocks related company challenges, where learners can show what they can do.</a:t>
            </a:r>
          </a:p>
          <a:p xmlns:a="http://schemas.openxmlformats.org/drawingml/2006/main">
            <a:r>
              <a:t/>
            </a:r>
          </a:p>
          <a:p xmlns:a="http://schemas.openxmlformats.org/drawingml/2006/main">
            <a:r>
              <a:t>Demo cue: play a 20-second excerpt showing the roadmap, lessons and certificate. Local video: /Users/PROM1/Downloads/hackathon(uxmm)/Team-5/output/walkthrough/the-citadel-learner-walkthrough.mp4</a:t>
            </a:r>
          </a:p>
          <a:p xmlns:a="http://schemas.openxmlformats.org/drawingml/2006/main">
            <a:r>
              <a:t>The image is a still from that existing demo. In the current product, a course assessment awards the certificate. A company challenge is a separate step toward an interview.</a:t>
            </a:r>
          </a:p>
          <a:p xmlns:a="http://schemas.openxmlformats.org/drawingml/2006/main">
            <a:r>
              <a:t/>
            </a:r>
          </a:p>
          <a:p xmlns:a="http://schemas.openxmlformats.org/drawingml/2006/main">
            <a:r>
              <a:t>Sources: Team 404 pitch script supplied by the user. Brand assets and product screenshots from the local Citadel project. Illustrations depict fictional characters. No market-size or traction figures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a:t>
            </a:r>
          </a:p>
          <a:p xmlns:a="http://schemas.openxmlformats.org/drawingml/2006/main">
            <a:r>
              <a:t>Now meet Cone Cone, an older turtle. He wants to send a love letter across the ocean, so he needs someone who can fly. At the Citadel, ZinYaw has learned, earned a certificate and can demonstrate her ability. Cone Cone gives her the delivery job. She gets paid to do what she loves. Cone Cone represents the companies looking for proven talent.</a:t>
            </a:r>
          </a:p>
          <a:p xmlns:a="http://schemas.openxmlformats.org/drawingml/2006/main">
            <a:r>
              <a:t/>
            </a:r>
          </a:p>
          <a:p xmlns:a="http://schemas.openxmlformats.org/drawingml/2006/main">
            <a:r>
              <a:t>Sources: Team 404 pitch script supplied by the user. Brand assets and product screenshots from the local Citadel project. Illustrations depict fictional characters. No market-size or traction figures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including a 20-second demo]</a:t>
            </a:r>
          </a:p>
          <a:p xmlns:a="http://schemas.openxmlformats.org/drawingml/2006/main">
            <a:r>
              <a:t>Verified companies create real challenges and review learner submissions. AI helps organise feedback, while the company makes the decision. Companies can shortlist people and invite them to interview. This is designed to reduce the effort of finding suitable junior talent. Learners never pay to apply or interview. An interview or job is not guaranteed.</a:t>
            </a:r>
          </a:p>
          <a:p xmlns:a="http://schemas.openxmlformats.org/drawingml/2006/main">
            <a:r>
              <a:t/>
            </a:r>
          </a:p>
          <a:p xmlns:a="http://schemas.openxmlformats.org/drawingml/2006/main">
            <a:r>
              <a:t>Demo cue: play a 20-second excerpt showing challenge posting, reviewing work and inviting a candidate. Local video: /Users/PROM1/Downloads/hackathon(uxmm)/Team-5/output/walkthrough/the-citadel-company-walkthrough.mp4</a:t>
            </a:r>
          </a:p>
          <a:p xmlns:a="http://schemas.openxmlformats.org/drawingml/2006/main">
            <a:r>
              <a:t>The image is a still from that existing demo. Company names and scores shown are demo data, not traction.</a:t>
            </a:r>
          </a:p>
          <a:p xmlns:a="http://schemas.openxmlformats.org/drawingml/2006/main">
            <a:r>
              <a:t/>
            </a:r>
          </a:p>
          <a:p xmlns:a="http://schemas.openxmlformats.org/drawingml/2006/main">
            <a:r>
              <a:t>Sources: Team 404 pitch script supplied by the user. Brand assets and product screenshots from the local Citadel project. Illustrations depict fictional characters. No market-size or traction figures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Learning starts free. The first quarter of every paid course is free to try, and internship applications and interviews stay free. Our content approach uses AI to help draft lessons, followed by human expert review. The aim is to build courses faster while keeping people responsible for quality.</a:t>
            </a:r>
          </a:p>
          <a:p xmlns:a="http://schemas.openxmlformats.org/drawingml/2006/main">
            <a:r>
              <a:t/>
            </a:r>
          </a:p>
          <a:p xmlns:a="http://schemas.openxmlformats.org/drawingml/2006/main">
            <a:r>
              <a:t>Sources: Team 404 pitch script supplied by the user. Brand assets and product screenshots from the local Citadel project. Illustrations depict fictional characters. No market-size or traction figures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The proposed model begins with course purchases. Learners pay to unlock the remaining seventy-five percent of paid courses. Later, companies would pay a challenge-posting fee and a fee when they hire an intern through Citadel. These are proposed revenue streams, not reported revenue. We keep learner applications and interviews free.</a:t>
            </a:r>
          </a:p>
          <a:p xmlns:a="http://schemas.openxmlformats.org/drawingml/2006/main">
            <a:r>
              <a:t/>
            </a:r>
          </a:p>
          <a:p xmlns:a="http://schemas.openxmlformats.org/drawingml/2006/main">
            <a:r>
              <a:t>Sources: Team 404 pitch script supplied by the user. Brand assets and product screenshots from the local Citadel project. Illustrations depict fictional characters. No market-size or traction figures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Our biggest challenge is trust. We must verify companies carefully and make sure internship opportunities are genuine. We also need enough relevant challenges for the learners we serve. That means growing both sides carefully, checking internship terms and reviewing reports, rather than opening the doors faster than we can support.</a:t>
            </a:r>
          </a:p>
          <a:p xmlns:a="http://schemas.openxmlformats.org/drawingml/2006/main">
            <a:r>
              <a:t/>
            </a:r>
          </a:p>
          <a:p xmlns:a="http://schemas.openxmlformats.org/drawingml/2006/main">
            <a:r>
              <a:t>Sources: Team 404 pitch script supplied by the user. Brand assets and product screenshots from the local Citadel project. Illustrations depict fictional characters. No market-size or traction figures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a:t>
            </a:r>
          </a:p>
          <a:p xmlns:a="http://schemas.openxmlformats.org/drawingml/2006/main">
            <a:r>
              <a:t>Why us? Because we know what it feels like to have a big dream without a clear path. That is why Team 404 is building the Citadel. We are looking for pilot partners, mentors and supporters who want to connect learning to real opportunity. Thank you for listening. See you on November first!</a:t>
            </a:r>
          </a:p>
          <a:p xmlns:a="http://schemas.openxmlformats.org/drawingml/2006/main">
            <a:r>
              <a:t/>
            </a:r>
          </a:p>
          <a:p xmlns:a="http://schemas.openxmlformats.org/drawingml/2006/main">
            <a:r>
              <a:t>Suggested total timing: approximately 4 minutes 45 seconds, including two 20-second demo excerpts. The closing asks for pilot support rather than inventing a funding amount or claiming signed partners.</a:t>
            </a:r>
          </a:p>
          <a:p xmlns:a="http://schemas.openxmlformats.org/drawingml/2006/main">
            <a:r>
              <a:t/>
            </a:r>
          </a:p>
          <a:p xmlns:a="http://schemas.openxmlformats.org/drawingml/2006/main">
            <a:r>
              <a:t>Sources: Team 404 pitch script supplied by the user. Brand assets and product screenshots from the local Citadel project. Illustrations depict fictional characters. No market-size or traction figures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ea42dec97f40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d9a8d81d8e4a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4a698653b994c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2b434ac54640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17e2bf02bb34a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dd419cbc3c4d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F8FE21-BDCC-4FC2-80CA-DB0FF3FF4ED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FCC3C5-866B-4725-9A1A-873D163A17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20F5F4-6C04-41D4-84B8-F81442E3FB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901ECD-02AE-4FFE-A57D-44427467AA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C5E59F1-7B07-4526-A77C-A099326D23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6BCA7D-E017-4D44-B366-A86C07FDED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4A83FB-76D2-4F43-BFAE-C5FAA28704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332AD4A-14AA-4A37-8A5D-74938141A8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78EC24-3100-43EA-A4DB-B429824575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99D1CC-A105-49F7-9D6C-D5D2F41E17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a36be4fe5b4432" /><Relationship Type="http://schemas.openxmlformats.org/officeDocument/2006/relationships/slideLayout" Target="/ppt/slideLayouts/slideLayout1.xml" Id="R25df3df148da48a9" /><Relationship Type="http://schemas.openxmlformats.org/officeDocument/2006/relationships/slideLayout" Target="/ppt/slideLayouts/slideLayout2.xml" Id="R767bd255a3cd46e5" /><Relationship Type="http://schemas.openxmlformats.org/officeDocument/2006/relationships/slideLayout" Target="/ppt/slideLayouts/slideLayout3.xml" Id="Rf9ff00b55b1d4eef" /><Relationship Type="http://schemas.openxmlformats.org/officeDocument/2006/relationships/slideLayout" Target="/ppt/slideLayouts/slideLayout4.xml" Id="Rab8a320ad2d645f1" /><Relationship Type="http://schemas.openxmlformats.org/officeDocument/2006/relationships/slideLayout" Target="/ppt/slideLayouts/slideLayout5.xml" Id="Rf851434e6fbb44e1" /><Relationship Type="http://schemas.openxmlformats.org/officeDocument/2006/relationships/slideLayout" Target="/ppt/slideLayouts/slideLayout6.xml" Id="Rd33f6d00f55f4d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df3df148da48a9"/>
    <p:sldLayoutId xmlns:r="http://schemas.openxmlformats.org/officeDocument/2006/relationships" id="2147483650" r:id="R767bd255a3cd46e5"/>
    <p:sldLayoutId xmlns:r="http://schemas.openxmlformats.org/officeDocument/2006/relationships" id="2147483651" r:id="Rf9ff00b55b1d4eef"/>
    <p:sldLayoutId xmlns:r="http://schemas.openxmlformats.org/officeDocument/2006/relationships" id="2147483652" r:id="Rab8a320ad2d645f1"/>
    <p:sldLayoutId xmlns:r="http://schemas.openxmlformats.org/officeDocument/2006/relationships" id="2147483653" r:id="Rf851434e6fbb44e1"/>
    <p:sldLayoutId xmlns:r="http://schemas.openxmlformats.org/officeDocument/2006/relationships" id="2147483654" r:id="Rd33f6d00f55f4d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Plus Jakarta Sans"/>
        <a:ea typeface=""/>
        <a:cs typeface=""/>
      </a:majorFont>
      <a:minorFont>
        <a:latin typeface="Plus Jakarta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42d8d71c35e49d4" /><Relationship Type="http://schemas.openxmlformats.org/officeDocument/2006/relationships/image" Target="/ppt/media/image.png" Id="Ra42d72d8a10c480c" /><Relationship Type="http://schemas.openxmlformats.org/officeDocument/2006/relationships/image" Target="/ppt/media/image2.png" Id="Rd39b7273e96847fc" /><Relationship Type="http://schemas.openxmlformats.org/officeDocument/2006/relationships/image" Target="/ppt/media/image.bin" Id="R01306a3bf0564c0f" /><Relationship Type="http://schemas.openxmlformats.org/officeDocument/2006/relationships/notesSlide" Target="/ppt/notesSlides/notesSlide1.xml" Id="Racc84ebcda6342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a3e0a5e69648d8" /><Relationship Type="http://schemas.openxmlformats.org/officeDocument/2006/relationships/image" Target="/ppt/media/image3.png" Id="Re9a347b351224124" /><Relationship Type="http://schemas.openxmlformats.org/officeDocument/2006/relationships/image" Target="/ppt/media/image4.png" Id="Re142b6be58fe46d9" /><Relationship Type="http://schemas.openxmlformats.org/officeDocument/2006/relationships/image" Target="/ppt/media/image5.png" Id="R80c8792c56b247c3" /><Relationship Type="http://schemas.openxmlformats.org/officeDocument/2006/relationships/notesSlide" Target="/ppt/notesSlides/notesSlide2.xml" Id="R73a07c488faa4a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681fbd8e8ad482a" /><Relationship Type="http://schemas.openxmlformats.org/officeDocument/2006/relationships/image" Target="/ppt/media/image6.png" Id="R73819ca0c68c4efd" /><Relationship Type="http://schemas.openxmlformats.org/officeDocument/2006/relationships/image" Target="/ppt/media/image7.png" Id="R7c27061584d14777" /><Relationship Type="http://schemas.openxmlformats.org/officeDocument/2006/relationships/image" Target="/ppt/media/image8.png" Id="R8eeb5481b1f2454f" /><Relationship Type="http://schemas.openxmlformats.org/officeDocument/2006/relationships/notesSlide" Target="/ppt/notesSlides/notesSlide3.xml" Id="R87d0e26459b941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8d0eb190bfa4917" /><Relationship Type="http://schemas.openxmlformats.org/officeDocument/2006/relationships/image" Target="/ppt/media/image9.png" Id="Rdcb65d192ed84c45" /><Relationship Type="http://schemas.openxmlformats.org/officeDocument/2006/relationships/image" Target="/ppt/media/image10.png" Id="Raa15dd4849214cc9" /><Relationship Type="http://schemas.openxmlformats.org/officeDocument/2006/relationships/image" Target="/ppt/media/image11.png" Id="Rdfc8efb30bc9499b" /><Relationship Type="http://schemas.openxmlformats.org/officeDocument/2006/relationships/notesSlide" Target="/ppt/notesSlides/notesSlide4.xml" Id="Rb11a27c0554e48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9364371bd3d4a5e" /><Relationship Type="http://schemas.openxmlformats.org/officeDocument/2006/relationships/image" Target="/ppt/media/image12.png" Id="Rcea9f3ea7c04496c" /><Relationship Type="http://schemas.openxmlformats.org/officeDocument/2006/relationships/image" Target="/ppt/media/image13.png" Id="R5e6331c70c214dbf" /><Relationship Type="http://schemas.openxmlformats.org/officeDocument/2006/relationships/image" Target="/ppt/media/image14.png" Id="R327f0f59c2624fea" /><Relationship Type="http://schemas.openxmlformats.org/officeDocument/2006/relationships/notesSlide" Target="/ppt/notesSlides/notesSlide5.xml" Id="R44928a37beac49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742aaae5df049b9" /><Relationship Type="http://schemas.openxmlformats.org/officeDocument/2006/relationships/image" Target="/ppt/media/image15.png" Id="R8581f94cff5940f8" /><Relationship Type="http://schemas.openxmlformats.org/officeDocument/2006/relationships/image" Target="/ppt/media/image16.png" Id="R8b126a54c6f74d22" /><Relationship Type="http://schemas.openxmlformats.org/officeDocument/2006/relationships/image" Target="/ppt/media/image17.png" Id="R4593afce6c174e23" /><Relationship Type="http://schemas.openxmlformats.org/officeDocument/2006/relationships/notesSlide" Target="/ppt/notesSlides/notesSlide6.xml" Id="Rc2be3a420e6949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24d35a5563549ec" /><Relationship Type="http://schemas.openxmlformats.org/officeDocument/2006/relationships/image" Target="/ppt/media/image18.png" Id="R45e5b93ba69942d4" /><Relationship Type="http://schemas.openxmlformats.org/officeDocument/2006/relationships/image" Target="/ppt/media/image19.png" Id="R4ff85c5bdb6e4d52" /><Relationship Type="http://schemas.openxmlformats.org/officeDocument/2006/relationships/image" Target="/ppt/media/image20.png" Id="Ra7e204fb388d4934" /><Relationship Type="http://schemas.openxmlformats.org/officeDocument/2006/relationships/notesSlide" Target="/ppt/notesSlides/notesSlide7.xml" Id="R62a878e4c14d41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fd6a53a8dd44951" /><Relationship Type="http://schemas.openxmlformats.org/officeDocument/2006/relationships/image" Target="/ppt/media/image21.png" Id="Rab9d9520b7d449c3" /><Relationship Type="http://schemas.openxmlformats.org/officeDocument/2006/relationships/image" Target="/ppt/media/image22.png" Id="R35d77f85def8459d" /><Relationship Type="http://schemas.openxmlformats.org/officeDocument/2006/relationships/image" Target="/ppt/media/image2.bin" Id="R779a102ea51f42dd" /><Relationship Type="http://schemas.openxmlformats.org/officeDocument/2006/relationships/notesSlide" Target="/ppt/notesSlides/notesSlide8.xml" Id="Rf80d1987e0684a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be508e64d5e4f38" /><Relationship Type="http://schemas.openxmlformats.org/officeDocument/2006/relationships/image" Target="/ppt/media/image23.png" Id="R0fa96c0a6d48446c" /><Relationship Type="http://schemas.openxmlformats.org/officeDocument/2006/relationships/image" Target="/ppt/media/image24.png" Id="R97210188df094f58" /><Relationship Type="http://schemas.openxmlformats.org/officeDocument/2006/relationships/image" Target="/ppt/media/image25.png" Id="R21f3308b81854de9" /><Relationship Type="http://schemas.openxmlformats.org/officeDocument/2006/relationships/notesSlide" Target="/ppt/notesSlides/notesSlide9.xml" Id="R3a4fa16399a947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bec3503c61a4c04" /><Relationship Type="http://schemas.openxmlformats.org/officeDocument/2006/relationships/image" Target="/ppt/media/image26.png" Id="Redb9e1d22e6e4d47" /><Relationship Type="http://schemas.openxmlformats.org/officeDocument/2006/relationships/image" Target="/ppt/media/image27.png" Id="R958f3c86dfaf4837" /><Relationship Type="http://schemas.openxmlformats.org/officeDocument/2006/relationships/image" Target="/ppt/media/image28.png" Id="R4b8afc71f91d45e9" /><Relationship Type="http://schemas.openxmlformats.org/officeDocument/2006/relationships/notesSlide" Target="/ppt/notesSlides/notesSlide10.xml" Id="Rf50c2f5a457548a5" /></Relationships>
</file>

<file path=ppt/slides/slide1.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8A8FC6B-0793-4777-9057-1E3D6E3786A2}"/>
              </a:ext>
            </a:extLst>
          </p:cNvPr>
          <p:cNvPicPr>
            <a:picLocks xmlns:a="http://schemas.openxmlformats.org/drawingml/2006/main" noChangeAspect="1"/>
          </p:cNvPicPr>
          <p:nvPr/>
        </p:nvPicPr>
        <p:blipFill>
          <a:blip xmlns:r="http://schemas.openxmlformats.org/officeDocument/2006/relationships" xmlns:a="http://schemas.openxmlformats.org/drawingml/2006/main" r:embed="Ra42d72d8a10c480c"/>
          <a:stretch xmlns:a="http://schemas.openxmlformats.org/drawingml/2006/main"/>
        </p:blipFill>
        <p:spPr>
          <a:xfrm xmlns:a="http://schemas.openxmlformats.org/drawingml/2006/main">
            <a:off x="533400" y="351246"/>
            <a:ext cx="333375" cy="297634"/>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D86AFC75-9487-4E52-B157-AAA75F926075}"/>
              </a:ext>
            </a:extLst>
          </p:cNvPr>
          <p:cNvPicPr>
            <a:picLocks xmlns:a="http://schemas.openxmlformats.org/drawingml/2006/main" noChangeAspect="1"/>
          </p:cNvPicPr>
          <p:nvPr/>
        </p:nvPicPr>
        <p:blipFill>
          <a:blip xmlns:r="http://schemas.openxmlformats.org/officeDocument/2006/relationships" xmlns:a="http://schemas.openxmlformats.org/drawingml/2006/main" r:embed="Rd39b7273e96847fc"/>
          <a:stretch xmlns:a="http://schemas.openxmlformats.org/drawingml/2006/main"/>
        </p:blipFill>
        <p:spPr>
          <a:xfrm xmlns:a="http://schemas.openxmlformats.org/drawingml/2006/main">
            <a:off x="984148" y="419100"/>
            <a:ext cx="1327355" cy="238125"/>
          </a:xfrm>
          <a:prstGeom xmlns:a="http://schemas.openxmlformats.org/drawingml/2006/main" prst="rect">
            <a:avLst/>
          </a:prstGeom>
        </p:spPr>
      </p:pic>
      <p:sp>
        <p:nvSpPr>
          <p:cNvPr id="4" name="01">
            <a:extLst xmlns:a="http://schemas.openxmlformats.org/drawingml/2006/main">
              <a:ext uri="{FF2B5EF4-FFF2-40B4-BE49-F238E27FC236}">
                <a16:creationId xmlns:a16="http://schemas.microsoft.com/office/drawing/2014/main" id="{823AA2C1-A313-4A61-AC59-AC4FDA1A7765}"/>
              </a:ext>
            </a:extLst>
          </p:cNvPr>
          <p:cNvSpPr>
            <a:spLocks xmlns:a="http://schemas.openxmlformats.org/drawingml/2006/main" noGrp="1"/>
          </p:cNvSpPr>
          <p:nvPr/>
        </p:nvSpPr>
        <p:spPr>
          <a:xfrm xmlns:a="http://schemas.openxmlformats.org/drawingml/2006/main">
            <a:off x="11087100" y="62103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716B70"/>
                </a:solidFill>
                <a:latin typeface="Plus Jakarta Sans"/>
                <a:ea typeface="Plus Jakarta Sans"/>
                <a:cs typeface="Plus Jakarta Sans"/>
              </a:defRPr>
            </a:defPPr>
            <a:lvl1pPr>
              <a:defRPr sz="1050" b="0">
                <a:solidFill>
                  <a:srgbClr val="716B70"/>
                </a:solidFill>
                <a:latin typeface="Plus Jakarta Sans"/>
                <a:ea typeface="Plus Jakarta Sans"/>
                <a:cs typeface="Plus Jakarta Sans"/>
              </a:defRPr>
            </a:lvl1pPr>
            <a:lvl2pPr>
              <a:defRPr sz="1050" b="0">
                <a:solidFill>
                  <a:srgbClr val="716B70"/>
                </a:solidFill>
                <a:latin typeface="Plus Jakarta Sans"/>
                <a:ea typeface="Plus Jakarta Sans"/>
                <a:cs typeface="Plus Jakarta Sans"/>
              </a:defRPr>
            </a:lvl2pPr>
            <a:lvl3pPr>
              <a:defRPr sz="1050" b="0">
                <a:solidFill>
                  <a:srgbClr val="716B70"/>
                </a:solidFill>
                <a:latin typeface="Plus Jakarta Sans"/>
                <a:ea typeface="Plus Jakarta Sans"/>
                <a:cs typeface="Plus Jakarta Sans"/>
              </a:defRPr>
            </a:lvl3pPr>
            <a:lvl4pPr>
              <a:defRPr sz="1050" b="0">
                <a:solidFill>
                  <a:srgbClr val="716B70"/>
                </a:solidFill>
                <a:latin typeface="Plus Jakarta Sans"/>
                <a:ea typeface="Plus Jakarta Sans"/>
                <a:cs typeface="Plus Jakarta Sans"/>
              </a:defRPr>
            </a:lvl4pPr>
            <a:lvl5pPr>
              <a:defRPr sz="1050" b="0">
                <a:solidFill>
                  <a:srgbClr val="716B70"/>
                </a:solidFill>
                <a:latin typeface="Plus Jakarta Sans"/>
                <a:ea typeface="Plus Jakarta Sans"/>
                <a:cs typeface="Plus Jakarta Sans"/>
              </a:defRPr>
            </a:lvl5pPr>
            <a:lvl6pPr>
              <a:defRPr sz="1050" b="0">
                <a:solidFill>
                  <a:srgbClr val="716B70"/>
                </a:solidFill>
                <a:latin typeface="Plus Jakarta Sans"/>
                <a:ea typeface="Plus Jakarta Sans"/>
                <a:cs typeface="Plus Jakarta Sans"/>
              </a:defRPr>
            </a:lvl6pPr>
            <a:lvl7pPr>
              <a:defRPr sz="1050" b="0">
                <a:solidFill>
                  <a:srgbClr val="716B70"/>
                </a:solidFill>
                <a:latin typeface="Plus Jakarta Sans"/>
                <a:ea typeface="Plus Jakarta Sans"/>
                <a:cs typeface="Plus Jakarta Sans"/>
              </a:defRPr>
            </a:lvl7pPr>
            <a:lvl8pPr>
              <a:defRPr sz="1050" b="0">
                <a:solidFill>
                  <a:srgbClr val="716B70"/>
                </a:solidFill>
                <a:latin typeface="Plus Jakarta Sans"/>
                <a:ea typeface="Plus Jakarta Sans"/>
                <a:cs typeface="Plus Jakarta Sans"/>
              </a:defRPr>
            </a:lvl8pPr>
            <a:lvl9pPr>
              <a:defRPr sz="1050" b="0">
                <a:solidFill>
                  <a:srgbClr val="716B70"/>
                </a:solidFill>
                <a:latin typeface="Plus Jakarta Sans"/>
                <a:ea typeface="Plus Jakarta Sans"/>
                <a:cs typeface="Plus Jakarta Sans"/>
              </a:defRPr>
            </a:lvl9pPr>
          </a:lstStyle>
          <a:p xmlns:a="http://schemas.openxmlformats.org/drawingml/2006/main">
            <a:pPr>
              <a:defRPr sz="1050" b="0">
                <a:solidFill>
                  <a:srgbClr val="716B70"/>
                </a:solidFill>
                <a:latin typeface="Plus Jakarta Sans"/>
                <a:ea typeface="Plus Jakarta Sans"/>
                <a:cs typeface="Plus Jakarta Sans"/>
              </a:defRPr>
            </a:pPr>
            <a:r>
              <a:rPr sz="1050" b="0">
                <a:solidFill>
                  <a:srgbClr val="716B70"/>
                </a:solidFill>
                <a:latin typeface="Plus Jakarta Sans"/>
                <a:ea typeface="Plus Jakarta Sans"/>
                <a:cs typeface="Plus Jakarta Sans"/>
              </a:rPr>
              <a:t>01</a:t>
            </a:r>
          </a:p>
        </p:txBody>
      </p:sp>
      <p:sp>
        <p:nvSpPr>
          <p:cNvPr id="5" name="The Citadel">
            <a:extLst xmlns:a="http://schemas.openxmlformats.org/drawingml/2006/main">
              <a:ext uri="{FF2B5EF4-FFF2-40B4-BE49-F238E27FC236}">
                <a16:creationId xmlns:a16="http://schemas.microsoft.com/office/drawing/2014/main" id="{B2630AD4-5A08-4087-BB30-7727E92D5CAB}"/>
              </a:ext>
            </a:extLst>
          </p:cNvPr>
          <p:cNvSpPr>
            <a:spLocks xmlns:a="http://schemas.openxmlformats.org/drawingml/2006/main" noGrp="1"/>
          </p:cNvSpPr>
          <p:nvPr/>
        </p:nvSpPr>
        <p:spPr>
          <a:xfrm xmlns:a="http://schemas.openxmlformats.org/drawingml/2006/main">
            <a:off x="609600" y="1800225"/>
            <a:ext cx="547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100" b="1">
                <a:solidFill>
                  <a:srgbClr val="18181B"/>
                </a:solidFill>
                <a:latin typeface="Sora"/>
                <a:ea typeface="Sora"/>
                <a:cs typeface="Sora"/>
              </a:defRPr>
            </a:defPPr>
            <a:lvl1pPr>
              <a:defRPr sz="5100" b="1">
                <a:solidFill>
                  <a:srgbClr val="18181B"/>
                </a:solidFill>
                <a:latin typeface="Sora"/>
                <a:ea typeface="Sora"/>
                <a:cs typeface="Sora"/>
              </a:defRPr>
            </a:lvl1pPr>
            <a:lvl2pPr>
              <a:defRPr sz="5100" b="1">
                <a:solidFill>
                  <a:srgbClr val="18181B"/>
                </a:solidFill>
                <a:latin typeface="Sora"/>
                <a:ea typeface="Sora"/>
                <a:cs typeface="Sora"/>
              </a:defRPr>
            </a:lvl2pPr>
            <a:lvl3pPr>
              <a:defRPr sz="5100" b="1">
                <a:solidFill>
                  <a:srgbClr val="18181B"/>
                </a:solidFill>
                <a:latin typeface="Sora"/>
                <a:ea typeface="Sora"/>
                <a:cs typeface="Sora"/>
              </a:defRPr>
            </a:lvl3pPr>
            <a:lvl4pPr>
              <a:defRPr sz="5100" b="1">
                <a:solidFill>
                  <a:srgbClr val="18181B"/>
                </a:solidFill>
                <a:latin typeface="Sora"/>
                <a:ea typeface="Sora"/>
                <a:cs typeface="Sora"/>
              </a:defRPr>
            </a:lvl4pPr>
            <a:lvl5pPr>
              <a:defRPr sz="5100" b="1">
                <a:solidFill>
                  <a:srgbClr val="18181B"/>
                </a:solidFill>
                <a:latin typeface="Sora"/>
                <a:ea typeface="Sora"/>
                <a:cs typeface="Sora"/>
              </a:defRPr>
            </a:lvl5pPr>
            <a:lvl6pPr>
              <a:defRPr sz="5100" b="1">
                <a:solidFill>
                  <a:srgbClr val="18181B"/>
                </a:solidFill>
                <a:latin typeface="Sora"/>
                <a:ea typeface="Sora"/>
                <a:cs typeface="Sora"/>
              </a:defRPr>
            </a:lvl6pPr>
            <a:lvl7pPr>
              <a:defRPr sz="5100" b="1">
                <a:solidFill>
                  <a:srgbClr val="18181B"/>
                </a:solidFill>
                <a:latin typeface="Sora"/>
                <a:ea typeface="Sora"/>
                <a:cs typeface="Sora"/>
              </a:defRPr>
            </a:lvl7pPr>
            <a:lvl8pPr>
              <a:defRPr sz="5100" b="1">
                <a:solidFill>
                  <a:srgbClr val="18181B"/>
                </a:solidFill>
                <a:latin typeface="Sora"/>
                <a:ea typeface="Sora"/>
                <a:cs typeface="Sora"/>
              </a:defRPr>
            </a:lvl8pPr>
            <a:lvl9pPr>
              <a:defRPr sz="5100" b="1">
                <a:solidFill>
                  <a:srgbClr val="18181B"/>
                </a:solidFill>
                <a:latin typeface="Sora"/>
                <a:ea typeface="Sora"/>
                <a:cs typeface="Sora"/>
              </a:defRPr>
            </a:lvl9pPr>
          </a:lstStyle>
          <a:p xmlns:a="http://schemas.openxmlformats.org/drawingml/2006/main">
            <a:pPr>
              <a:defRPr sz="5100" b="1">
                <a:solidFill>
                  <a:srgbClr val="18181B"/>
                </a:solidFill>
                <a:latin typeface="Sora"/>
                <a:ea typeface="Sora"/>
                <a:cs typeface="Sora"/>
              </a:defRPr>
            </a:pPr>
            <a:r>
              <a:rPr sz="5100" b="1">
                <a:solidFill>
                  <a:srgbClr val="18181B"/>
                </a:solidFill>
                <a:latin typeface="Sora"/>
                <a:ea typeface="Sora"/>
                <a:cs typeface="Sora"/>
              </a:rPr>
              <a:t>The Citadel</a:t>
            </a:r>
          </a:p>
        </p:txBody>
      </p:sp>
      <p:sp>
        <p:nvSpPr>
          <p:cNvPr id="6" name="Learning that leads&#10;to real opportunities">
            <a:extLst xmlns:a="http://schemas.openxmlformats.org/drawingml/2006/main">
              <a:ext uri="{FF2B5EF4-FFF2-40B4-BE49-F238E27FC236}">
                <a16:creationId xmlns:a16="http://schemas.microsoft.com/office/drawing/2014/main" id="{377503BC-C604-4AD1-B291-6CE9BF8EF433}"/>
              </a:ext>
            </a:extLst>
          </p:cNvPr>
          <p:cNvSpPr>
            <a:spLocks xmlns:a="http://schemas.openxmlformats.org/drawingml/2006/main" noGrp="1"/>
          </p:cNvSpPr>
          <p:nvPr/>
        </p:nvSpPr>
        <p:spPr>
          <a:xfrm xmlns:a="http://schemas.openxmlformats.org/drawingml/2006/main">
            <a:off x="609600" y="2771775"/>
            <a:ext cx="5286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963D50"/>
                </a:solidFill>
                <a:latin typeface="Sora"/>
                <a:ea typeface="Sora"/>
                <a:cs typeface="Sora"/>
              </a:defRPr>
            </a:defPPr>
            <a:lvl1pPr>
              <a:defRPr sz="3225" b="1">
                <a:solidFill>
                  <a:srgbClr val="963D50"/>
                </a:solidFill>
                <a:latin typeface="Sora"/>
                <a:ea typeface="Sora"/>
                <a:cs typeface="Sora"/>
              </a:defRPr>
            </a:lvl1pPr>
            <a:lvl2pPr>
              <a:defRPr sz="3225" b="1">
                <a:solidFill>
                  <a:srgbClr val="963D50"/>
                </a:solidFill>
                <a:latin typeface="Sora"/>
                <a:ea typeface="Sora"/>
                <a:cs typeface="Sora"/>
              </a:defRPr>
            </a:lvl2pPr>
            <a:lvl3pPr>
              <a:defRPr sz="3225" b="1">
                <a:solidFill>
                  <a:srgbClr val="963D50"/>
                </a:solidFill>
                <a:latin typeface="Sora"/>
                <a:ea typeface="Sora"/>
                <a:cs typeface="Sora"/>
              </a:defRPr>
            </a:lvl3pPr>
            <a:lvl4pPr>
              <a:defRPr sz="3225" b="1">
                <a:solidFill>
                  <a:srgbClr val="963D50"/>
                </a:solidFill>
                <a:latin typeface="Sora"/>
                <a:ea typeface="Sora"/>
                <a:cs typeface="Sora"/>
              </a:defRPr>
            </a:lvl4pPr>
            <a:lvl5pPr>
              <a:defRPr sz="3225" b="1">
                <a:solidFill>
                  <a:srgbClr val="963D50"/>
                </a:solidFill>
                <a:latin typeface="Sora"/>
                <a:ea typeface="Sora"/>
                <a:cs typeface="Sora"/>
              </a:defRPr>
            </a:lvl5pPr>
            <a:lvl6pPr>
              <a:defRPr sz="3225" b="1">
                <a:solidFill>
                  <a:srgbClr val="963D50"/>
                </a:solidFill>
                <a:latin typeface="Sora"/>
                <a:ea typeface="Sora"/>
                <a:cs typeface="Sora"/>
              </a:defRPr>
            </a:lvl6pPr>
            <a:lvl7pPr>
              <a:defRPr sz="3225" b="1">
                <a:solidFill>
                  <a:srgbClr val="963D50"/>
                </a:solidFill>
                <a:latin typeface="Sora"/>
                <a:ea typeface="Sora"/>
                <a:cs typeface="Sora"/>
              </a:defRPr>
            </a:lvl7pPr>
            <a:lvl8pPr>
              <a:defRPr sz="3225" b="1">
                <a:solidFill>
                  <a:srgbClr val="963D50"/>
                </a:solidFill>
                <a:latin typeface="Sora"/>
                <a:ea typeface="Sora"/>
                <a:cs typeface="Sora"/>
              </a:defRPr>
            </a:lvl8pPr>
            <a:lvl9pPr>
              <a:defRPr sz="3225" b="1">
                <a:solidFill>
                  <a:srgbClr val="963D50"/>
                </a:solidFill>
                <a:latin typeface="Sora"/>
                <a:ea typeface="Sora"/>
                <a:cs typeface="Sora"/>
              </a:defRPr>
            </a:lvl9pPr>
          </a:lstStyle>
          <a:p xmlns:a="http://schemas.openxmlformats.org/drawingml/2006/main">
            <a:pPr>
              <a:defRPr sz="3225" b="1">
                <a:solidFill>
                  <a:srgbClr val="963D50"/>
                </a:solidFill>
                <a:latin typeface="Sora"/>
                <a:ea typeface="Sora"/>
                <a:cs typeface="Sora"/>
              </a:defRPr>
            </a:pPr>
            <a:r>
              <a:rPr sz="3225" b="1">
                <a:solidFill>
                  <a:srgbClr val="963D50"/>
                </a:solidFill>
                <a:latin typeface="Sora"/>
                <a:ea typeface="Sora"/>
                <a:cs typeface="Sora"/>
              </a:rPr>
              <a:t>Learning that leads</a:t>
            </a:r>
          </a:p>
          <a:p xmlns:a="http://schemas.openxmlformats.org/drawingml/2006/main">
            <a:pPr>
              <a:defRPr sz="3225" b="1">
                <a:solidFill>
                  <a:srgbClr val="963D50"/>
                </a:solidFill>
                <a:latin typeface="Sora"/>
                <a:ea typeface="Sora"/>
                <a:cs typeface="Sora"/>
              </a:defRPr>
            </a:pPr>
            <a:r>
              <a:rPr sz="3225" b="1">
                <a:solidFill>
                  <a:srgbClr val="963D50"/>
                </a:solidFill>
                <a:latin typeface="Sora"/>
                <a:ea typeface="Sora"/>
                <a:cs typeface="Sora"/>
              </a:rPr>
              <a:t>to real opportunities</a:t>
            </a:r>
          </a:p>
        </p:txBody>
      </p:sp>
      <p:sp>
        <p:nvSpPr>
          <p:cNvPr id="7" name="Team 404">
            <a:extLst xmlns:a="http://schemas.openxmlformats.org/drawingml/2006/main">
              <a:ext uri="{FF2B5EF4-FFF2-40B4-BE49-F238E27FC236}">
                <a16:creationId xmlns:a16="http://schemas.microsoft.com/office/drawing/2014/main" id="{C4A0ED58-DCDC-4742-BEDA-9F701D0F0906}"/>
              </a:ext>
            </a:extLst>
          </p:cNvPr>
          <p:cNvSpPr>
            <a:spLocks xmlns:a="http://schemas.openxmlformats.org/drawingml/2006/main" noGrp="1"/>
          </p:cNvSpPr>
          <p:nvPr/>
        </p:nvSpPr>
        <p:spPr>
          <a:xfrm xmlns:a="http://schemas.openxmlformats.org/drawingml/2006/main">
            <a:off x="638175" y="50292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8181B"/>
                </a:solidFill>
                <a:latin typeface="Plus Jakarta Sans"/>
                <a:ea typeface="Plus Jakarta Sans"/>
                <a:cs typeface="Plus Jakarta Sans"/>
              </a:defRPr>
            </a:defPPr>
            <a:lvl1pPr>
              <a:defRPr sz="1875" b="1">
                <a:solidFill>
                  <a:srgbClr val="18181B"/>
                </a:solidFill>
                <a:latin typeface="Plus Jakarta Sans"/>
                <a:ea typeface="Plus Jakarta Sans"/>
                <a:cs typeface="Plus Jakarta Sans"/>
              </a:defRPr>
            </a:lvl1pPr>
            <a:lvl2pPr>
              <a:defRPr sz="1875" b="1">
                <a:solidFill>
                  <a:srgbClr val="18181B"/>
                </a:solidFill>
                <a:latin typeface="Plus Jakarta Sans"/>
                <a:ea typeface="Plus Jakarta Sans"/>
                <a:cs typeface="Plus Jakarta Sans"/>
              </a:defRPr>
            </a:lvl2pPr>
            <a:lvl3pPr>
              <a:defRPr sz="1875" b="1">
                <a:solidFill>
                  <a:srgbClr val="18181B"/>
                </a:solidFill>
                <a:latin typeface="Plus Jakarta Sans"/>
                <a:ea typeface="Plus Jakarta Sans"/>
                <a:cs typeface="Plus Jakarta Sans"/>
              </a:defRPr>
            </a:lvl3pPr>
            <a:lvl4pPr>
              <a:defRPr sz="1875" b="1">
                <a:solidFill>
                  <a:srgbClr val="18181B"/>
                </a:solidFill>
                <a:latin typeface="Plus Jakarta Sans"/>
                <a:ea typeface="Plus Jakarta Sans"/>
                <a:cs typeface="Plus Jakarta Sans"/>
              </a:defRPr>
            </a:lvl4pPr>
            <a:lvl5pPr>
              <a:defRPr sz="1875" b="1">
                <a:solidFill>
                  <a:srgbClr val="18181B"/>
                </a:solidFill>
                <a:latin typeface="Plus Jakarta Sans"/>
                <a:ea typeface="Plus Jakarta Sans"/>
                <a:cs typeface="Plus Jakarta Sans"/>
              </a:defRPr>
            </a:lvl5pPr>
            <a:lvl6pPr>
              <a:defRPr sz="1875" b="1">
                <a:solidFill>
                  <a:srgbClr val="18181B"/>
                </a:solidFill>
                <a:latin typeface="Plus Jakarta Sans"/>
                <a:ea typeface="Plus Jakarta Sans"/>
                <a:cs typeface="Plus Jakarta Sans"/>
              </a:defRPr>
            </a:lvl6pPr>
            <a:lvl7pPr>
              <a:defRPr sz="1875" b="1">
                <a:solidFill>
                  <a:srgbClr val="18181B"/>
                </a:solidFill>
                <a:latin typeface="Plus Jakarta Sans"/>
                <a:ea typeface="Plus Jakarta Sans"/>
                <a:cs typeface="Plus Jakarta Sans"/>
              </a:defRPr>
            </a:lvl7pPr>
            <a:lvl8pPr>
              <a:defRPr sz="1875" b="1">
                <a:solidFill>
                  <a:srgbClr val="18181B"/>
                </a:solidFill>
                <a:latin typeface="Plus Jakarta Sans"/>
                <a:ea typeface="Plus Jakarta Sans"/>
                <a:cs typeface="Plus Jakarta Sans"/>
              </a:defRPr>
            </a:lvl8pPr>
            <a:lvl9pPr>
              <a:defRPr sz="1875" b="1">
                <a:solidFill>
                  <a:srgbClr val="18181B"/>
                </a:solidFill>
                <a:latin typeface="Plus Jakarta Sans"/>
                <a:ea typeface="Plus Jakarta Sans"/>
                <a:cs typeface="Plus Jakarta Sans"/>
              </a:defRPr>
            </a:lvl9pPr>
          </a:lstStyle>
          <a:p xmlns:a="http://schemas.openxmlformats.org/drawingml/2006/main">
            <a:pPr>
              <a:defRPr sz="1875" b="1">
                <a:solidFill>
                  <a:srgbClr val="18181B"/>
                </a:solidFill>
                <a:latin typeface="Plus Jakarta Sans"/>
                <a:ea typeface="Plus Jakarta Sans"/>
                <a:cs typeface="Plus Jakarta Sans"/>
              </a:defRPr>
            </a:pPr>
            <a:r>
              <a:rPr sz="1875" b="1">
                <a:solidFill>
                  <a:srgbClr val="18181B"/>
                </a:solidFill>
                <a:latin typeface="Plus Jakarta Sans"/>
                <a:ea typeface="Plus Jakarta Sans"/>
                <a:cs typeface="Plus Jakarta Sans"/>
              </a:rPr>
              <a:t>Team 404</a:t>
            </a:r>
          </a:p>
        </p:txBody>
      </p:sp>
      <p:sp>
        <p:nvSpPr>
          <p:cNvPr id="8" name="A learning platform connecting education to real jobs">
            <a:extLst xmlns:a="http://schemas.openxmlformats.org/drawingml/2006/main">
              <a:ext uri="{FF2B5EF4-FFF2-40B4-BE49-F238E27FC236}">
                <a16:creationId xmlns:a16="http://schemas.microsoft.com/office/drawing/2014/main" id="{909ECC67-AA03-45E9-999E-6741FF3877AF}"/>
              </a:ext>
            </a:extLst>
          </p:cNvPr>
          <p:cNvSpPr>
            <a:spLocks xmlns:a="http://schemas.openxmlformats.org/drawingml/2006/main" noGrp="1"/>
          </p:cNvSpPr>
          <p:nvPr/>
        </p:nvSpPr>
        <p:spPr>
          <a:xfrm xmlns:a="http://schemas.openxmlformats.org/drawingml/2006/main">
            <a:off x="638175" y="5514975"/>
            <a:ext cx="4810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716B70"/>
                </a:solidFill>
                <a:latin typeface="Plus Jakarta Sans"/>
                <a:ea typeface="Plus Jakarta Sans"/>
                <a:cs typeface="Plus Jakarta Sans"/>
              </a:defRPr>
            </a:defPPr>
            <a:lvl1pPr>
              <a:defRPr sz="1650" b="0">
                <a:solidFill>
                  <a:srgbClr val="716B70"/>
                </a:solidFill>
                <a:latin typeface="Plus Jakarta Sans"/>
                <a:ea typeface="Plus Jakarta Sans"/>
                <a:cs typeface="Plus Jakarta Sans"/>
              </a:defRPr>
            </a:lvl1pPr>
            <a:lvl2pPr>
              <a:defRPr sz="1650" b="0">
                <a:solidFill>
                  <a:srgbClr val="716B70"/>
                </a:solidFill>
                <a:latin typeface="Plus Jakarta Sans"/>
                <a:ea typeface="Plus Jakarta Sans"/>
                <a:cs typeface="Plus Jakarta Sans"/>
              </a:defRPr>
            </a:lvl2pPr>
            <a:lvl3pPr>
              <a:defRPr sz="1650" b="0">
                <a:solidFill>
                  <a:srgbClr val="716B70"/>
                </a:solidFill>
                <a:latin typeface="Plus Jakarta Sans"/>
                <a:ea typeface="Plus Jakarta Sans"/>
                <a:cs typeface="Plus Jakarta Sans"/>
              </a:defRPr>
            </a:lvl3pPr>
            <a:lvl4pPr>
              <a:defRPr sz="1650" b="0">
                <a:solidFill>
                  <a:srgbClr val="716B70"/>
                </a:solidFill>
                <a:latin typeface="Plus Jakarta Sans"/>
                <a:ea typeface="Plus Jakarta Sans"/>
                <a:cs typeface="Plus Jakarta Sans"/>
              </a:defRPr>
            </a:lvl4pPr>
            <a:lvl5pPr>
              <a:defRPr sz="1650" b="0">
                <a:solidFill>
                  <a:srgbClr val="716B70"/>
                </a:solidFill>
                <a:latin typeface="Plus Jakarta Sans"/>
                <a:ea typeface="Plus Jakarta Sans"/>
                <a:cs typeface="Plus Jakarta Sans"/>
              </a:defRPr>
            </a:lvl5pPr>
            <a:lvl6pPr>
              <a:defRPr sz="1650" b="0">
                <a:solidFill>
                  <a:srgbClr val="716B70"/>
                </a:solidFill>
                <a:latin typeface="Plus Jakarta Sans"/>
                <a:ea typeface="Plus Jakarta Sans"/>
                <a:cs typeface="Plus Jakarta Sans"/>
              </a:defRPr>
            </a:lvl6pPr>
            <a:lvl7pPr>
              <a:defRPr sz="1650" b="0">
                <a:solidFill>
                  <a:srgbClr val="716B70"/>
                </a:solidFill>
                <a:latin typeface="Plus Jakarta Sans"/>
                <a:ea typeface="Plus Jakarta Sans"/>
                <a:cs typeface="Plus Jakarta Sans"/>
              </a:defRPr>
            </a:lvl7pPr>
            <a:lvl8pPr>
              <a:defRPr sz="1650" b="0">
                <a:solidFill>
                  <a:srgbClr val="716B70"/>
                </a:solidFill>
                <a:latin typeface="Plus Jakarta Sans"/>
                <a:ea typeface="Plus Jakarta Sans"/>
                <a:cs typeface="Plus Jakarta Sans"/>
              </a:defRPr>
            </a:lvl8pPr>
            <a:lvl9pPr>
              <a:defRPr sz="1650" b="0">
                <a:solidFill>
                  <a:srgbClr val="716B70"/>
                </a:solidFill>
                <a:latin typeface="Plus Jakarta Sans"/>
                <a:ea typeface="Plus Jakarta Sans"/>
                <a:cs typeface="Plus Jakarta Sans"/>
              </a:defRPr>
            </a:lvl9pPr>
          </a:lstStyle>
          <a:p xmlns:a="http://schemas.openxmlformats.org/drawingml/2006/main">
            <a:pPr>
              <a:defRPr sz="1650" b="0">
                <a:solidFill>
                  <a:srgbClr val="716B70"/>
                </a:solidFill>
                <a:latin typeface="Plus Jakarta Sans"/>
                <a:ea typeface="Plus Jakarta Sans"/>
                <a:cs typeface="Plus Jakarta Sans"/>
              </a:defRPr>
            </a:pPr>
            <a:r>
              <a:rPr sz="1650" b="0">
                <a:solidFill>
                  <a:srgbClr val="716B70"/>
                </a:solidFill>
                <a:latin typeface="Plus Jakarta Sans"/>
                <a:ea typeface="Plus Jakarta Sans"/>
                <a:cs typeface="Plus Jakarta Sans"/>
              </a:rPr>
              <a:t>A learning platform connecting education to real jobs</a:t>
            </a:r>
          </a:p>
        </p:txBody>
      </p:sp>
      <p:pic>
        <p:nvPicPr>
          <p:cNvPr id="9" name="">
            <a:extLst xmlns:a="http://schemas.openxmlformats.org/drawingml/2006/main">
              <a:ext uri="{FF2B5EF4-FFF2-40B4-BE49-F238E27FC236}">
                <a16:creationId xmlns:a16="http://schemas.microsoft.com/office/drawing/2014/main" id="{2EC7977C-5FE6-4D96-B22B-0457DBD78C33}"/>
              </a:ext>
            </a:extLst>
          </p:cNvPr>
          <p:cNvPicPr>
            <a:picLocks xmlns:a="http://schemas.openxmlformats.org/drawingml/2006/main" noChangeAspect="1"/>
          </p:cNvPicPr>
          <p:nvPr/>
        </p:nvPicPr>
        <p:blipFill>
          <a:blip xmlns:r="http://schemas.openxmlformats.org/officeDocument/2006/relationships" xmlns:a="http://schemas.openxmlformats.org/drawingml/2006/main" r:embed="R01306a3bf0564c0f"/>
          <a:stretch xmlns:a="http://schemas.openxmlformats.org/drawingml/2006/main"/>
        </p:blipFill>
        <p:spPr>
          <a:xfrm xmlns:a="http://schemas.openxmlformats.org/drawingml/2006/main">
            <a:off x="6019800" y="1663700"/>
            <a:ext cx="5810250" cy="3873500"/>
          </a:xfrm>
          <a:prstGeom xmlns:a="http://schemas.openxmlformats.org/drawingml/2006/main" prst="rect">
            <a:avLst/>
          </a:prstGeom>
        </p:spPr>
      </p:pic>
    </p:spTree>
    <p:extLst>
      <p:ext uri="{BB962C8B-B14F-4D97-AF65-F5344CB8AC3E}">
        <p14:creationId xmlns:p14="http://schemas.microsoft.com/office/powerpoint/2010/main" val="1220121652"/>
      </p:ext>
    </p:extLst>
  </p:cSld>
</p:sld>
</file>

<file path=ppt/slides/slide2.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59024DC-E6DF-4A95-81C2-40C868BBBB09}"/>
              </a:ext>
            </a:extLst>
          </p:cNvPr>
          <p:cNvPicPr>
            <a:picLocks xmlns:a="http://schemas.openxmlformats.org/drawingml/2006/main" noChangeAspect="1"/>
          </p:cNvPicPr>
          <p:nvPr/>
        </p:nvPicPr>
        <p:blipFill>
          <a:blip xmlns:r="http://schemas.openxmlformats.org/officeDocument/2006/relationships" xmlns:a="http://schemas.openxmlformats.org/drawingml/2006/main" r:embed="Re9a347b351224124"/>
          <a:stretch xmlns:a="http://schemas.openxmlformats.org/drawingml/2006/main"/>
        </p:blipFill>
        <p:spPr>
          <a:xfrm xmlns:a="http://schemas.openxmlformats.org/drawingml/2006/main">
            <a:off x="533400" y="351246"/>
            <a:ext cx="333375" cy="297634"/>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3F0D6A6D-7924-46A3-B77A-47BC3C150A77}"/>
              </a:ext>
            </a:extLst>
          </p:cNvPr>
          <p:cNvPicPr>
            <a:picLocks xmlns:a="http://schemas.openxmlformats.org/drawingml/2006/main" noChangeAspect="1"/>
          </p:cNvPicPr>
          <p:nvPr/>
        </p:nvPicPr>
        <p:blipFill>
          <a:blip xmlns:r="http://schemas.openxmlformats.org/officeDocument/2006/relationships" xmlns:a="http://schemas.openxmlformats.org/drawingml/2006/main" r:embed="Re142b6be58fe46d9"/>
          <a:stretch xmlns:a="http://schemas.openxmlformats.org/drawingml/2006/main"/>
        </p:blipFill>
        <p:spPr>
          <a:xfrm xmlns:a="http://schemas.openxmlformats.org/drawingml/2006/main">
            <a:off x="984148" y="419100"/>
            <a:ext cx="1327355" cy="238125"/>
          </a:xfrm>
          <a:prstGeom xmlns:a="http://schemas.openxmlformats.org/drawingml/2006/main" prst="rect">
            <a:avLst/>
          </a:prstGeom>
        </p:spPr>
      </p:pic>
      <p:sp>
        <p:nvSpPr>
          <p:cNvPr id="4" name="02">
            <a:extLst xmlns:a="http://schemas.openxmlformats.org/drawingml/2006/main">
              <a:ext uri="{FF2B5EF4-FFF2-40B4-BE49-F238E27FC236}">
                <a16:creationId xmlns:a16="http://schemas.microsoft.com/office/drawing/2014/main" id="{7987C008-8C50-4528-99BC-5BFC29DC6773}"/>
              </a:ext>
            </a:extLst>
          </p:cNvPr>
          <p:cNvSpPr>
            <a:spLocks xmlns:a="http://schemas.openxmlformats.org/drawingml/2006/main" noGrp="1"/>
          </p:cNvSpPr>
          <p:nvPr/>
        </p:nvSpPr>
        <p:spPr>
          <a:xfrm xmlns:a="http://schemas.openxmlformats.org/drawingml/2006/main">
            <a:off x="11087100" y="62103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716B70"/>
                </a:solidFill>
                <a:latin typeface="Plus Jakarta Sans"/>
                <a:ea typeface="Plus Jakarta Sans"/>
                <a:cs typeface="Plus Jakarta Sans"/>
              </a:defRPr>
            </a:defPPr>
            <a:lvl1pPr>
              <a:defRPr sz="1050" b="0">
                <a:solidFill>
                  <a:srgbClr val="716B70"/>
                </a:solidFill>
                <a:latin typeface="Plus Jakarta Sans"/>
                <a:ea typeface="Plus Jakarta Sans"/>
                <a:cs typeface="Plus Jakarta Sans"/>
              </a:defRPr>
            </a:lvl1pPr>
            <a:lvl2pPr>
              <a:defRPr sz="1050" b="0">
                <a:solidFill>
                  <a:srgbClr val="716B70"/>
                </a:solidFill>
                <a:latin typeface="Plus Jakarta Sans"/>
                <a:ea typeface="Plus Jakarta Sans"/>
                <a:cs typeface="Plus Jakarta Sans"/>
              </a:defRPr>
            </a:lvl2pPr>
            <a:lvl3pPr>
              <a:defRPr sz="1050" b="0">
                <a:solidFill>
                  <a:srgbClr val="716B70"/>
                </a:solidFill>
                <a:latin typeface="Plus Jakarta Sans"/>
                <a:ea typeface="Plus Jakarta Sans"/>
                <a:cs typeface="Plus Jakarta Sans"/>
              </a:defRPr>
            </a:lvl3pPr>
            <a:lvl4pPr>
              <a:defRPr sz="1050" b="0">
                <a:solidFill>
                  <a:srgbClr val="716B70"/>
                </a:solidFill>
                <a:latin typeface="Plus Jakarta Sans"/>
                <a:ea typeface="Plus Jakarta Sans"/>
                <a:cs typeface="Plus Jakarta Sans"/>
              </a:defRPr>
            </a:lvl4pPr>
            <a:lvl5pPr>
              <a:defRPr sz="1050" b="0">
                <a:solidFill>
                  <a:srgbClr val="716B70"/>
                </a:solidFill>
                <a:latin typeface="Plus Jakarta Sans"/>
                <a:ea typeface="Plus Jakarta Sans"/>
                <a:cs typeface="Plus Jakarta Sans"/>
              </a:defRPr>
            </a:lvl5pPr>
            <a:lvl6pPr>
              <a:defRPr sz="1050" b="0">
                <a:solidFill>
                  <a:srgbClr val="716B70"/>
                </a:solidFill>
                <a:latin typeface="Plus Jakarta Sans"/>
                <a:ea typeface="Plus Jakarta Sans"/>
                <a:cs typeface="Plus Jakarta Sans"/>
              </a:defRPr>
            </a:lvl6pPr>
            <a:lvl7pPr>
              <a:defRPr sz="1050" b="0">
                <a:solidFill>
                  <a:srgbClr val="716B70"/>
                </a:solidFill>
                <a:latin typeface="Plus Jakarta Sans"/>
                <a:ea typeface="Plus Jakarta Sans"/>
                <a:cs typeface="Plus Jakarta Sans"/>
              </a:defRPr>
            </a:lvl7pPr>
            <a:lvl8pPr>
              <a:defRPr sz="1050" b="0">
                <a:solidFill>
                  <a:srgbClr val="716B70"/>
                </a:solidFill>
                <a:latin typeface="Plus Jakarta Sans"/>
                <a:ea typeface="Plus Jakarta Sans"/>
                <a:cs typeface="Plus Jakarta Sans"/>
              </a:defRPr>
            </a:lvl8pPr>
            <a:lvl9pPr>
              <a:defRPr sz="1050" b="0">
                <a:solidFill>
                  <a:srgbClr val="716B70"/>
                </a:solidFill>
                <a:latin typeface="Plus Jakarta Sans"/>
                <a:ea typeface="Plus Jakarta Sans"/>
                <a:cs typeface="Plus Jakarta Sans"/>
              </a:defRPr>
            </a:lvl9pPr>
          </a:lstStyle>
          <a:p xmlns:a="http://schemas.openxmlformats.org/drawingml/2006/main">
            <a:pPr>
              <a:defRPr sz="1050" b="0">
                <a:solidFill>
                  <a:srgbClr val="716B70"/>
                </a:solidFill>
                <a:latin typeface="Plus Jakarta Sans"/>
                <a:ea typeface="Plus Jakarta Sans"/>
                <a:cs typeface="Plus Jakarta Sans"/>
              </a:defRPr>
            </a:pPr>
            <a:r>
              <a:rPr sz="1050" b="0">
                <a:solidFill>
                  <a:srgbClr val="716B70"/>
                </a:solidFill>
                <a:latin typeface="Plus Jakarta Sans"/>
                <a:ea typeface="Plus Jakarta Sans"/>
                <a:cs typeface="Plus Jakarta Sans"/>
              </a:rPr>
              <a:t>02</a:t>
            </a:r>
          </a:p>
        </p:txBody>
      </p:sp>
      <p:sp>
        <p:nvSpPr>
          <p:cNvPr id="5" name="Meet ZinYaw">
            <a:extLst xmlns:a="http://schemas.openxmlformats.org/drawingml/2006/main">
              <a:ext uri="{FF2B5EF4-FFF2-40B4-BE49-F238E27FC236}">
                <a16:creationId xmlns:a16="http://schemas.microsoft.com/office/drawing/2014/main" id="{E50FE9B9-43E8-4C22-B84B-C9E1A03B8483}"/>
              </a:ext>
            </a:extLst>
          </p:cNvPr>
          <p:cNvSpPr>
            <a:spLocks xmlns:a="http://schemas.openxmlformats.org/drawingml/2006/main" noGrp="1"/>
          </p:cNvSpPr>
          <p:nvPr/>
        </p:nvSpPr>
        <p:spPr>
          <a:xfrm xmlns:a="http://schemas.openxmlformats.org/drawingml/2006/main">
            <a:off x="609600" y="1038225"/>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8181B"/>
                </a:solidFill>
                <a:latin typeface="Sora"/>
                <a:ea typeface="Sora"/>
                <a:cs typeface="Sora"/>
              </a:defRPr>
            </a:defPPr>
            <a:lvl1pPr>
              <a:defRPr sz="3600" b="1">
                <a:solidFill>
                  <a:srgbClr val="18181B"/>
                </a:solidFill>
                <a:latin typeface="Sora"/>
                <a:ea typeface="Sora"/>
                <a:cs typeface="Sora"/>
              </a:defRPr>
            </a:lvl1pPr>
            <a:lvl2pPr>
              <a:defRPr sz="3600" b="1">
                <a:solidFill>
                  <a:srgbClr val="18181B"/>
                </a:solidFill>
                <a:latin typeface="Sora"/>
                <a:ea typeface="Sora"/>
                <a:cs typeface="Sora"/>
              </a:defRPr>
            </a:lvl2pPr>
            <a:lvl3pPr>
              <a:defRPr sz="3600" b="1">
                <a:solidFill>
                  <a:srgbClr val="18181B"/>
                </a:solidFill>
                <a:latin typeface="Sora"/>
                <a:ea typeface="Sora"/>
                <a:cs typeface="Sora"/>
              </a:defRPr>
            </a:lvl3pPr>
            <a:lvl4pPr>
              <a:defRPr sz="3600" b="1">
                <a:solidFill>
                  <a:srgbClr val="18181B"/>
                </a:solidFill>
                <a:latin typeface="Sora"/>
                <a:ea typeface="Sora"/>
                <a:cs typeface="Sora"/>
              </a:defRPr>
            </a:lvl4pPr>
            <a:lvl5pPr>
              <a:defRPr sz="3600" b="1">
                <a:solidFill>
                  <a:srgbClr val="18181B"/>
                </a:solidFill>
                <a:latin typeface="Sora"/>
                <a:ea typeface="Sora"/>
                <a:cs typeface="Sora"/>
              </a:defRPr>
            </a:lvl5pPr>
            <a:lvl6pPr>
              <a:defRPr sz="3600" b="1">
                <a:solidFill>
                  <a:srgbClr val="18181B"/>
                </a:solidFill>
                <a:latin typeface="Sora"/>
                <a:ea typeface="Sora"/>
                <a:cs typeface="Sora"/>
              </a:defRPr>
            </a:lvl6pPr>
            <a:lvl7pPr>
              <a:defRPr sz="3600" b="1">
                <a:solidFill>
                  <a:srgbClr val="18181B"/>
                </a:solidFill>
                <a:latin typeface="Sora"/>
                <a:ea typeface="Sora"/>
                <a:cs typeface="Sora"/>
              </a:defRPr>
            </a:lvl7pPr>
            <a:lvl8pPr>
              <a:defRPr sz="3600" b="1">
                <a:solidFill>
                  <a:srgbClr val="18181B"/>
                </a:solidFill>
                <a:latin typeface="Sora"/>
                <a:ea typeface="Sora"/>
                <a:cs typeface="Sora"/>
              </a:defRPr>
            </a:lvl8pPr>
            <a:lvl9pPr>
              <a:defRPr sz="3600" b="1">
                <a:solidFill>
                  <a:srgbClr val="18181B"/>
                </a:solidFill>
                <a:latin typeface="Sora"/>
                <a:ea typeface="Sora"/>
                <a:cs typeface="Sora"/>
              </a:defRPr>
            </a:lvl9pPr>
          </a:lstStyle>
          <a:p xmlns:a="http://schemas.openxmlformats.org/drawingml/2006/main">
            <a:pPr>
              <a:defRPr sz="3600" b="1">
                <a:solidFill>
                  <a:srgbClr val="18181B"/>
                </a:solidFill>
                <a:latin typeface="Sora"/>
                <a:ea typeface="Sora"/>
                <a:cs typeface="Sora"/>
              </a:defRPr>
            </a:pPr>
            <a:r>
              <a:rPr sz="3600" b="1">
                <a:solidFill>
                  <a:srgbClr val="18181B"/>
                </a:solidFill>
                <a:latin typeface="Sora"/>
                <a:ea typeface="Sora"/>
                <a:cs typeface="Sora"/>
              </a:rPr>
              <a:t>Meet ZinYaw</a:t>
            </a:r>
          </a:p>
        </p:txBody>
      </p:sp>
      <p:sp>
        <p:nvSpPr>
          <p:cNvPr id="6" name="A big dream.&#10;No clear way to begin.">
            <a:extLst xmlns:a="http://schemas.openxmlformats.org/drawingml/2006/main">
              <a:ext uri="{FF2B5EF4-FFF2-40B4-BE49-F238E27FC236}">
                <a16:creationId xmlns:a16="http://schemas.microsoft.com/office/drawing/2014/main" id="{767D3289-7092-4666-A3F1-EA608EB0BD61}"/>
              </a:ext>
            </a:extLst>
          </p:cNvPr>
          <p:cNvSpPr>
            <a:spLocks xmlns:a="http://schemas.openxmlformats.org/drawingml/2006/main" noGrp="1"/>
          </p:cNvSpPr>
          <p:nvPr/>
        </p:nvSpPr>
        <p:spPr>
          <a:xfrm xmlns:a="http://schemas.openxmlformats.org/drawingml/2006/main">
            <a:off x="609600" y="2295525"/>
            <a:ext cx="3667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963D50"/>
                </a:solidFill>
                <a:latin typeface="Sora"/>
                <a:ea typeface="Sora"/>
                <a:cs typeface="Sora"/>
              </a:defRPr>
            </a:defPPr>
            <a:lvl1pPr>
              <a:defRPr sz="2700" b="1">
                <a:solidFill>
                  <a:srgbClr val="963D50"/>
                </a:solidFill>
                <a:latin typeface="Sora"/>
                <a:ea typeface="Sora"/>
                <a:cs typeface="Sora"/>
              </a:defRPr>
            </a:lvl1pPr>
            <a:lvl2pPr>
              <a:defRPr sz="2700" b="1">
                <a:solidFill>
                  <a:srgbClr val="963D50"/>
                </a:solidFill>
                <a:latin typeface="Sora"/>
                <a:ea typeface="Sora"/>
                <a:cs typeface="Sora"/>
              </a:defRPr>
            </a:lvl2pPr>
            <a:lvl3pPr>
              <a:defRPr sz="2700" b="1">
                <a:solidFill>
                  <a:srgbClr val="963D50"/>
                </a:solidFill>
                <a:latin typeface="Sora"/>
                <a:ea typeface="Sora"/>
                <a:cs typeface="Sora"/>
              </a:defRPr>
            </a:lvl3pPr>
            <a:lvl4pPr>
              <a:defRPr sz="2700" b="1">
                <a:solidFill>
                  <a:srgbClr val="963D50"/>
                </a:solidFill>
                <a:latin typeface="Sora"/>
                <a:ea typeface="Sora"/>
                <a:cs typeface="Sora"/>
              </a:defRPr>
            </a:lvl4pPr>
            <a:lvl5pPr>
              <a:defRPr sz="2700" b="1">
                <a:solidFill>
                  <a:srgbClr val="963D50"/>
                </a:solidFill>
                <a:latin typeface="Sora"/>
                <a:ea typeface="Sora"/>
                <a:cs typeface="Sora"/>
              </a:defRPr>
            </a:lvl5pPr>
            <a:lvl6pPr>
              <a:defRPr sz="2700" b="1">
                <a:solidFill>
                  <a:srgbClr val="963D50"/>
                </a:solidFill>
                <a:latin typeface="Sora"/>
                <a:ea typeface="Sora"/>
                <a:cs typeface="Sora"/>
              </a:defRPr>
            </a:lvl6pPr>
            <a:lvl7pPr>
              <a:defRPr sz="2700" b="1">
                <a:solidFill>
                  <a:srgbClr val="963D50"/>
                </a:solidFill>
                <a:latin typeface="Sora"/>
                <a:ea typeface="Sora"/>
                <a:cs typeface="Sora"/>
              </a:defRPr>
            </a:lvl7pPr>
            <a:lvl8pPr>
              <a:defRPr sz="2700" b="1">
                <a:solidFill>
                  <a:srgbClr val="963D50"/>
                </a:solidFill>
                <a:latin typeface="Sora"/>
                <a:ea typeface="Sora"/>
                <a:cs typeface="Sora"/>
              </a:defRPr>
            </a:lvl8pPr>
            <a:lvl9pPr>
              <a:defRPr sz="2700" b="1">
                <a:solidFill>
                  <a:srgbClr val="963D50"/>
                </a:solidFill>
                <a:latin typeface="Sora"/>
                <a:ea typeface="Sora"/>
                <a:cs typeface="Sora"/>
              </a:defRPr>
            </a:lvl9pPr>
          </a:lstStyle>
          <a:p xmlns:a="http://schemas.openxmlformats.org/drawingml/2006/main">
            <a:pPr>
              <a:defRPr sz="2700" b="1">
                <a:solidFill>
                  <a:srgbClr val="963D50"/>
                </a:solidFill>
                <a:latin typeface="Sora"/>
                <a:ea typeface="Sora"/>
                <a:cs typeface="Sora"/>
              </a:defRPr>
            </a:pPr>
            <a:r>
              <a:rPr sz="2700" b="1">
                <a:solidFill>
                  <a:srgbClr val="963D50"/>
                </a:solidFill>
                <a:latin typeface="Sora"/>
                <a:ea typeface="Sora"/>
                <a:cs typeface="Sora"/>
              </a:rPr>
              <a:t>A big dream.</a:t>
            </a:r>
          </a:p>
          <a:p xmlns:a="http://schemas.openxmlformats.org/drawingml/2006/main">
            <a:pPr>
              <a:defRPr sz="2700" b="1">
                <a:solidFill>
                  <a:srgbClr val="963D50"/>
                </a:solidFill>
                <a:latin typeface="Sora"/>
                <a:ea typeface="Sora"/>
                <a:cs typeface="Sora"/>
              </a:defRPr>
            </a:pPr>
            <a:r>
              <a:rPr sz="2700" b="1">
                <a:solidFill>
                  <a:srgbClr val="963D50"/>
                </a:solidFill>
                <a:latin typeface="Sora"/>
                <a:ea typeface="Sora"/>
                <a:cs typeface="Sora"/>
              </a:rPr>
              <a:t>No clear way to begin.</a:t>
            </a:r>
          </a:p>
        </p:txBody>
      </p:sp>
      <p:sp>
        <p:nvSpPr>
          <p:cNvPr id="7" name="Cidi helps her find a place&#10;to learn the skills she nee">
            <a:extLst xmlns:a="http://schemas.openxmlformats.org/drawingml/2006/main">
              <a:ext uri="{FF2B5EF4-FFF2-40B4-BE49-F238E27FC236}">
                <a16:creationId xmlns:a16="http://schemas.microsoft.com/office/drawing/2014/main" id="{2FADD5CB-65A6-48DE-9A0B-CD2A78C484DE}"/>
              </a:ext>
            </a:extLst>
          </p:cNvPr>
          <p:cNvSpPr>
            <a:spLocks xmlns:a="http://schemas.openxmlformats.org/drawingml/2006/main" noGrp="1"/>
          </p:cNvSpPr>
          <p:nvPr/>
        </p:nvSpPr>
        <p:spPr>
          <a:xfrm xmlns:a="http://schemas.openxmlformats.org/drawingml/2006/main">
            <a:off x="609600" y="3943350"/>
            <a:ext cx="3476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16B70"/>
                </a:solidFill>
                <a:latin typeface="Plus Jakarta Sans"/>
                <a:ea typeface="Plus Jakarta Sans"/>
                <a:cs typeface="Plus Jakarta Sans"/>
              </a:defRPr>
            </a:defPPr>
            <a:lvl1pPr>
              <a:defRPr sz="1875" b="0">
                <a:solidFill>
                  <a:srgbClr val="716B70"/>
                </a:solidFill>
                <a:latin typeface="Plus Jakarta Sans"/>
                <a:ea typeface="Plus Jakarta Sans"/>
                <a:cs typeface="Plus Jakarta Sans"/>
              </a:defRPr>
            </a:lvl1pPr>
            <a:lvl2pPr>
              <a:defRPr sz="1875" b="0">
                <a:solidFill>
                  <a:srgbClr val="716B70"/>
                </a:solidFill>
                <a:latin typeface="Plus Jakarta Sans"/>
                <a:ea typeface="Plus Jakarta Sans"/>
                <a:cs typeface="Plus Jakarta Sans"/>
              </a:defRPr>
            </a:lvl2pPr>
            <a:lvl3pPr>
              <a:defRPr sz="1875" b="0">
                <a:solidFill>
                  <a:srgbClr val="716B70"/>
                </a:solidFill>
                <a:latin typeface="Plus Jakarta Sans"/>
                <a:ea typeface="Plus Jakarta Sans"/>
                <a:cs typeface="Plus Jakarta Sans"/>
              </a:defRPr>
            </a:lvl3pPr>
            <a:lvl4pPr>
              <a:defRPr sz="1875" b="0">
                <a:solidFill>
                  <a:srgbClr val="716B70"/>
                </a:solidFill>
                <a:latin typeface="Plus Jakarta Sans"/>
                <a:ea typeface="Plus Jakarta Sans"/>
                <a:cs typeface="Plus Jakarta Sans"/>
              </a:defRPr>
            </a:lvl4pPr>
            <a:lvl5pPr>
              <a:defRPr sz="1875" b="0">
                <a:solidFill>
                  <a:srgbClr val="716B70"/>
                </a:solidFill>
                <a:latin typeface="Plus Jakarta Sans"/>
                <a:ea typeface="Plus Jakarta Sans"/>
                <a:cs typeface="Plus Jakarta Sans"/>
              </a:defRPr>
            </a:lvl5pPr>
            <a:lvl6pPr>
              <a:defRPr sz="1875" b="0">
                <a:solidFill>
                  <a:srgbClr val="716B70"/>
                </a:solidFill>
                <a:latin typeface="Plus Jakarta Sans"/>
                <a:ea typeface="Plus Jakarta Sans"/>
                <a:cs typeface="Plus Jakarta Sans"/>
              </a:defRPr>
            </a:lvl6pPr>
            <a:lvl7pPr>
              <a:defRPr sz="1875" b="0">
                <a:solidFill>
                  <a:srgbClr val="716B70"/>
                </a:solidFill>
                <a:latin typeface="Plus Jakarta Sans"/>
                <a:ea typeface="Plus Jakarta Sans"/>
                <a:cs typeface="Plus Jakarta Sans"/>
              </a:defRPr>
            </a:lvl7pPr>
            <a:lvl8pPr>
              <a:defRPr sz="1875" b="0">
                <a:solidFill>
                  <a:srgbClr val="716B70"/>
                </a:solidFill>
                <a:latin typeface="Plus Jakarta Sans"/>
                <a:ea typeface="Plus Jakarta Sans"/>
                <a:cs typeface="Plus Jakarta Sans"/>
              </a:defRPr>
            </a:lvl8pPr>
            <a:lvl9pPr>
              <a:defRPr sz="1875" b="0">
                <a:solidFill>
                  <a:srgbClr val="716B70"/>
                </a:solidFill>
                <a:latin typeface="Plus Jakarta Sans"/>
                <a:ea typeface="Plus Jakarta Sans"/>
                <a:cs typeface="Plus Jakarta Sans"/>
              </a:defRPr>
            </a:lvl9pPr>
          </a:lstStyle>
          <a:p xmlns:a="http://schemas.openxmlformats.org/drawingml/2006/main">
            <a:pPr>
              <a:defRPr sz="1875" b="0">
                <a:solidFill>
                  <a:srgbClr val="716B70"/>
                </a:solidFill>
                <a:latin typeface="Plus Jakarta Sans"/>
                <a:ea typeface="Plus Jakarta Sans"/>
                <a:cs typeface="Plus Jakarta Sans"/>
              </a:defRPr>
            </a:pPr>
            <a:r>
              <a:rPr sz="1875" b="0">
                <a:solidFill>
                  <a:srgbClr val="716B70"/>
                </a:solidFill>
                <a:latin typeface="Plus Jakarta Sans"/>
                <a:ea typeface="Plus Jakarta Sans"/>
                <a:cs typeface="Plus Jakarta Sans"/>
              </a:rPr>
              <a:t>Cidi helps her find a place</a:t>
            </a:r>
          </a:p>
          <a:p xmlns:a="http://schemas.openxmlformats.org/drawingml/2006/main">
            <a:pPr>
              <a:defRPr sz="1875" b="0">
                <a:solidFill>
                  <a:srgbClr val="716B70"/>
                </a:solidFill>
                <a:latin typeface="Plus Jakarta Sans"/>
                <a:ea typeface="Plus Jakarta Sans"/>
                <a:cs typeface="Plus Jakarta Sans"/>
              </a:defRPr>
            </a:pPr>
            <a:r>
              <a:rPr sz="1875" b="0">
                <a:solidFill>
                  <a:srgbClr val="716B70"/>
                </a:solidFill>
                <a:latin typeface="Plus Jakarta Sans"/>
                <a:ea typeface="Plus Jakarta Sans"/>
                <a:cs typeface="Plus Jakarta Sans"/>
              </a:rPr>
              <a:t>to learn the skills she needs.</a:t>
            </a:r>
          </a:p>
        </p:txBody>
      </p:sp>
      <p:pic>
        <p:nvPicPr>
          <p:cNvPr id="8" name="">
            <a:extLst xmlns:a="http://schemas.openxmlformats.org/drawingml/2006/main">
              <a:ext uri="{FF2B5EF4-FFF2-40B4-BE49-F238E27FC236}">
                <a16:creationId xmlns:a16="http://schemas.microsoft.com/office/drawing/2014/main" id="{62429599-F29B-4E8B-AD78-3A00E9A6956C}"/>
              </a:ext>
            </a:extLst>
          </p:cNvPr>
          <p:cNvPicPr>
            <a:picLocks xmlns:a="http://schemas.openxmlformats.org/drawingml/2006/main" noChangeAspect="1"/>
          </p:cNvPicPr>
          <p:nvPr/>
        </p:nvPicPr>
        <p:blipFill>
          <a:blip xmlns:r="http://schemas.openxmlformats.org/officeDocument/2006/relationships" xmlns:a="http://schemas.openxmlformats.org/drawingml/2006/main" r:embed="R80c8792c56b247c3"/>
          <a:stretch xmlns:a="http://schemas.openxmlformats.org/drawingml/2006/main"/>
        </p:blipFill>
        <p:spPr>
          <a:xfrm xmlns:a="http://schemas.openxmlformats.org/drawingml/2006/main">
            <a:off x="4422606" y="1838325"/>
            <a:ext cx="7328237" cy="4124325"/>
          </a:xfrm>
          <a:prstGeom xmlns:a="http://schemas.openxmlformats.org/drawingml/2006/main" prst="rect">
            <a:avLst/>
          </a:prstGeom>
        </p:spPr>
      </p:pic>
    </p:spTree>
    <p:extLst>
      <p:ext uri="{BB962C8B-B14F-4D97-AF65-F5344CB8AC3E}">
        <p14:creationId xmlns:p14="http://schemas.microsoft.com/office/powerpoint/2010/main" val="1676635897"/>
      </p:ext>
    </p:extLst>
  </p:cSld>
</p:sld>
</file>

<file path=ppt/slides/slide3.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0C1B320-8F1C-4168-A33A-B8D012924D7D}"/>
              </a:ext>
            </a:extLst>
          </p:cNvPr>
          <p:cNvPicPr>
            <a:picLocks xmlns:a="http://schemas.openxmlformats.org/drawingml/2006/main" noChangeAspect="1"/>
          </p:cNvPicPr>
          <p:nvPr/>
        </p:nvPicPr>
        <p:blipFill>
          <a:blip xmlns:r="http://schemas.openxmlformats.org/officeDocument/2006/relationships" xmlns:a="http://schemas.openxmlformats.org/drawingml/2006/main" r:embed="R73819ca0c68c4efd"/>
          <a:stretch xmlns:a="http://schemas.openxmlformats.org/drawingml/2006/main"/>
        </p:blipFill>
        <p:spPr>
          <a:xfrm xmlns:a="http://schemas.openxmlformats.org/drawingml/2006/main">
            <a:off x="533400" y="351246"/>
            <a:ext cx="333375" cy="297634"/>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75EC1B5B-85BE-4A61-BFF1-91DC3BB1685A}"/>
              </a:ext>
            </a:extLst>
          </p:cNvPr>
          <p:cNvPicPr>
            <a:picLocks xmlns:a="http://schemas.openxmlformats.org/drawingml/2006/main" noChangeAspect="1"/>
          </p:cNvPicPr>
          <p:nvPr/>
        </p:nvPicPr>
        <p:blipFill>
          <a:blip xmlns:r="http://schemas.openxmlformats.org/officeDocument/2006/relationships" xmlns:a="http://schemas.openxmlformats.org/drawingml/2006/main" r:embed="R7c27061584d14777"/>
          <a:stretch xmlns:a="http://schemas.openxmlformats.org/drawingml/2006/main"/>
        </p:blipFill>
        <p:spPr>
          <a:xfrm xmlns:a="http://schemas.openxmlformats.org/drawingml/2006/main">
            <a:off x="984148" y="419100"/>
            <a:ext cx="1327355" cy="238125"/>
          </a:xfrm>
          <a:prstGeom xmlns:a="http://schemas.openxmlformats.org/drawingml/2006/main" prst="rect">
            <a:avLst/>
          </a:prstGeom>
        </p:spPr>
      </p:pic>
      <p:sp>
        <p:nvSpPr>
          <p:cNvPr id="4" name="03">
            <a:extLst xmlns:a="http://schemas.openxmlformats.org/drawingml/2006/main">
              <a:ext uri="{FF2B5EF4-FFF2-40B4-BE49-F238E27FC236}">
                <a16:creationId xmlns:a16="http://schemas.microsoft.com/office/drawing/2014/main" id="{AA5E65DB-63CF-49D0-9B58-D10D82DBC606}"/>
              </a:ext>
            </a:extLst>
          </p:cNvPr>
          <p:cNvSpPr>
            <a:spLocks xmlns:a="http://schemas.openxmlformats.org/drawingml/2006/main" noGrp="1"/>
          </p:cNvSpPr>
          <p:nvPr/>
        </p:nvSpPr>
        <p:spPr>
          <a:xfrm xmlns:a="http://schemas.openxmlformats.org/drawingml/2006/main">
            <a:off x="11087100" y="62103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716B70"/>
                </a:solidFill>
                <a:latin typeface="Plus Jakarta Sans"/>
                <a:ea typeface="Plus Jakarta Sans"/>
                <a:cs typeface="Plus Jakarta Sans"/>
              </a:defRPr>
            </a:defPPr>
            <a:lvl1pPr>
              <a:defRPr sz="1050" b="0">
                <a:solidFill>
                  <a:srgbClr val="716B70"/>
                </a:solidFill>
                <a:latin typeface="Plus Jakarta Sans"/>
                <a:ea typeface="Plus Jakarta Sans"/>
                <a:cs typeface="Plus Jakarta Sans"/>
              </a:defRPr>
            </a:lvl1pPr>
            <a:lvl2pPr>
              <a:defRPr sz="1050" b="0">
                <a:solidFill>
                  <a:srgbClr val="716B70"/>
                </a:solidFill>
                <a:latin typeface="Plus Jakarta Sans"/>
                <a:ea typeface="Plus Jakarta Sans"/>
                <a:cs typeface="Plus Jakarta Sans"/>
              </a:defRPr>
            </a:lvl2pPr>
            <a:lvl3pPr>
              <a:defRPr sz="1050" b="0">
                <a:solidFill>
                  <a:srgbClr val="716B70"/>
                </a:solidFill>
                <a:latin typeface="Plus Jakarta Sans"/>
                <a:ea typeface="Plus Jakarta Sans"/>
                <a:cs typeface="Plus Jakarta Sans"/>
              </a:defRPr>
            </a:lvl3pPr>
            <a:lvl4pPr>
              <a:defRPr sz="1050" b="0">
                <a:solidFill>
                  <a:srgbClr val="716B70"/>
                </a:solidFill>
                <a:latin typeface="Plus Jakarta Sans"/>
                <a:ea typeface="Plus Jakarta Sans"/>
                <a:cs typeface="Plus Jakarta Sans"/>
              </a:defRPr>
            </a:lvl4pPr>
            <a:lvl5pPr>
              <a:defRPr sz="1050" b="0">
                <a:solidFill>
                  <a:srgbClr val="716B70"/>
                </a:solidFill>
                <a:latin typeface="Plus Jakarta Sans"/>
                <a:ea typeface="Plus Jakarta Sans"/>
                <a:cs typeface="Plus Jakarta Sans"/>
              </a:defRPr>
            </a:lvl5pPr>
            <a:lvl6pPr>
              <a:defRPr sz="1050" b="0">
                <a:solidFill>
                  <a:srgbClr val="716B70"/>
                </a:solidFill>
                <a:latin typeface="Plus Jakarta Sans"/>
                <a:ea typeface="Plus Jakarta Sans"/>
                <a:cs typeface="Plus Jakarta Sans"/>
              </a:defRPr>
            </a:lvl6pPr>
            <a:lvl7pPr>
              <a:defRPr sz="1050" b="0">
                <a:solidFill>
                  <a:srgbClr val="716B70"/>
                </a:solidFill>
                <a:latin typeface="Plus Jakarta Sans"/>
                <a:ea typeface="Plus Jakarta Sans"/>
                <a:cs typeface="Plus Jakarta Sans"/>
              </a:defRPr>
            </a:lvl7pPr>
            <a:lvl8pPr>
              <a:defRPr sz="1050" b="0">
                <a:solidFill>
                  <a:srgbClr val="716B70"/>
                </a:solidFill>
                <a:latin typeface="Plus Jakarta Sans"/>
                <a:ea typeface="Plus Jakarta Sans"/>
                <a:cs typeface="Plus Jakarta Sans"/>
              </a:defRPr>
            </a:lvl8pPr>
            <a:lvl9pPr>
              <a:defRPr sz="1050" b="0">
                <a:solidFill>
                  <a:srgbClr val="716B70"/>
                </a:solidFill>
                <a:latin typeface="Plus Jakarta Sans"/>
                <a:ea typeface="Plus Jakarta Sans"/>
                <a:cs typeface="Plus Jakarta Sans"/>
              </a:defRPr>
            </a:lvl9pPr>
          </a:lstStyle>
          <a:p xmlns:a="http://schemas.openxmlformats.org/drawingml/2006/main">
            <a:pPr>
              <a:defRPr sz="1050" b="0">
                <a:solidFill>
                  <a:srgbClr val="716B70"/>
                </a:solidFill>
                <a:latin typeface="Plus Jakarta Sans"/>
                <a:ea typeface="Plus Jakarta Sans"/>
                <a:cs typeface="Plus Jakarta Sans"/>
              </a:defRPr>
            </a:pPr>
            <a:r>
              <a:rPr sz="1050" b="0">
                <a:solidFill>
                  <a:srgbClr val="716B70"/>
                </a:solidFill>
                <a:latin typeface="Plus Jakarta Sans"/>
                <a:ea typeface="Plus Jakarta Sans"/>
                <a:cs typeface="Plus Jakarta Sans"/>
              </a:rPr>
              <a:t>03</a:t>
            </a:r>
          </a:p>
        </p:txBody>
      </p:sp>
      <p:sp>
        <p:nvSpPr>
          <p:cNvPr id="5" name="The gap between learning and work">
            <a:extLst xmlns:a="http://schemas.openxmlformats.org/drawingml/2006/main">
              <a:ext uri="{FF2B5EF4-FFF2-40B4-BE49-F238E27FC236}">
                <a16:creationId xmlns:a16="http://schemas.microsoft.com/office/drawing/2014/main" id="{A67A3BB1-BC9D-4DB0-AC07-9A3020BF84A4}"/>
              </a:ext>
            </a:extLst>
          </p:cNvPr>
          <p:cNvSpPr>
            <a:spLocks xmlns:a="http://schemas.openxmlformats.org/drawingml/2006/main" noGrp="1"/>
          </p:cNvSpPr>
          <p:nvPr/>
        </p:nvSpPr>
        <p:spPr>
          <a:xfrm xmlns:a="http://schemas.openxmlformats.org/drawingml/2006/main">
            <a:off x="609600" y="1009650"/>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8181B"/>
                </a:solidFill>
                <a:latin typeface="Sora"/>
                <a:ea typeface="Sora"/>
                <a:cs typeface="Sora"/>
              </a:defRPr>
            </a:defPPr>
            <a:lvl1pPr>
              <a:defRPr sz="3600" b="1">
                <a:solidFill>
                  <a:srgbClr val="18181B"/>
                </a:solidFill>
                <a:latin typeface="Sora"/>
                <a:ea typeface="Sora"/>
                <a:cs typeface="Sora"/>
              </a:defRPr>
            </a:lvl1pPr>
            <a:lvl2pPr>
              <a:defRPr sz="3600" b="1">
                <a:solidFill>
                  <a:srgbClr val="18181B"/>
                </a:solidFill>
                <a:latin typeface="Sora"/>
                <a:ea typeface="Sora"/>
                <a:cs typeface="Sora"/>
              </a:defRPr>
            </a:lvl2pPr>
            <a:lvl3pPr>
              <a:defRPr sz="3600" b="1">
                <a:solidFill>
                  <a:srgbClr val="18181B"/>
                </a:solidFill>
                <a:latin typeface="Sora"/>
                <a:ea typeface="Sora"/>
                <a:cs typeface="Sora"/>
              </a:defRPr>
            </a:lvl3pPr>
            <a:lvl4pPr>
              <a:defRPr sz="3600" b="1">
                <a:solidFill>
                  <a:srgbClr val="18181B"/>
                </a:solidFill>
                <a:latin typeface="Sora"/>
                <a:ea typeface="Sora"/>
                <a:cs typeface="Sora"/>
              </a:defRPr>
            </a:lvl4pPr>
            <a:lvl5pPr>
              <a:defRPr sz="3600" b="1">
                <a:solidFill>
                  <a:srgbClr val="18181B"/>
                </a:solidFill>
                <a:latin typeface="Sora"/>
                <a:ea typeface="Sora"/>
                <a:cs typeface="Sora"/>
              </a:defRPr>
            </a:lvl5pPr>
            <a:lvl6pPr>
              <a:defRPr sz="3600" b="1">
                <a:solidFill>
                  <a:srgbClr val="18181B"/>
                </a:solidFill>
                <a:latin typeface="Sora"/>
                <a:ea typeface="Sora"/>
                <a:cs typeface="Sora"/>
              </a:defRPr>
            </a:lvl6pPr>
            <a:lvl7pPr>
              <a:defRPr sz="3600" b="1">
                <a:solidFill>
                  <a:srgbClr val="18181B"/>
                </a:solidFill>
                <a:latin typeface="Sora"/>
                <a:ea typeface="Sora"/>
                <a:cs typeface="Sora"/>
              </a:defRPr>
            </a:lvl7pPr>
            <a:lvl8pPr>
              <a:defRPr sz="3600" b="1">
                <a:solidFill>
                  <a:srgbClr val="18181B"/>
                </a:solidFill>
                <a:latin typeface="Sora"/>
                <a:ea typeface="Sora"/>
                <a:cs typeface="Sora"/>
              </a:defRPr>
            </a:lvl8pPr>
            <a:lvl9pPr>
              <a:defRPr sz="3600" b="1">
                <a:solidFill>
                  <a:srgbClr val="18181B"/>
                </a:solidFill>
                <a:latin typeface="Sora"/>
                <a:ea typeface="Sora"/>
                <a:cs typeface="Sora"/>
              </a:defRPr>
            </a:lvl9pPr>
          </a:lstStyle>
          <a:p xmlns:a="http://schemas.openxmlformats.org/drawingml/2006/main">
            <a:pPr>
              <a:defRPr sz="3600" b="1">
                <a:solidFill>
                  <a:srgbClr val="18181B"/>
                </a:solidFill>
                <a:latin typeface="Sora"/>
                <a:ea typeface="Sora"/>
                <a:cs typeface="Sora"/>
              </a:defRPr>
            </a:pPr>
            <a:r>
              <a:rPr sz="3600" b="1">
                <a:solidFill>
                  <a:srgbClr val="18181B"/>
                </a:solidFill>
                <a:latin typeface="Sora"/>
                <a:ea typeface="Sora"/>
                <a:cs typeface="Sora"/>
              </a:rPr>
              <a:t>The gap between learning and work</a:t>
            </a:r>
          </a:p>
        </p:txBody>
      </p:sp>
      <p:sp>
        <p:nvSpPr>
          <p:cNvPr id="6" name="Young learners in Myanmar">
            <a:extLst xmlns:a="http://schemas.openxmlformats.org/drawingml/2006/main">
              <a:ext uri="{FF2B5EF4-FFF2-40B4-BE49-F238E27FC236}">
                <a16:creationId xmlns:a16="http://schemas.microsoft.com/office/drawing/2014/main" id="{3DEDEBE3-AD33-462D-9329-E9BB8D6D8042}"/>
              </a:ext>
            </a:extLst>
          </p:cNvPr>
          <p:cNvSpPr>
            <a:spLocks xmlns:a="http://schemas.openxmlformats.org/drawingml/2006/main" noGrp="1"/>
          </p:cNvSpPr>
          <p:nvPr/>
        </p:nvSpPr>
        <p:spPr>
          <a:xfrm xmlns:a="http://schemas.openxmlformats.org/drawingml/2006/main">
            <a:off x="609600" y="23431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963D50"/>
                </a:solidFill>
                <a:latin typeface="Plus Jakarta Sans"/>
                <a:ea typeface="Plus Jakarta Sans"/>
                <a:cs typeface="Plus Jakarta Sans"/>
              </a:defRPr>
            </a:defPPr>
            <a:lvl1pPr>
              <a:defRPr sz="2100" b="1">
                <a:solidFill>
                  <a:srgbClr val="963D50"/>
                </a:solidFill>
                <a:latin typeface="Plus Jakarta Sans"/>
                <a:ea typeface="Plus Jakarta Sans"/>
                <a:cs typeface="Plus Jakarta Sans"/>
              </a:defRPr>
            </a:lvl1pPr>
            <a:lvl2pPr>
              <a:defRPr sz="2100" b="1">
                <a:solidFill>
                  <a:srgbClr val="963D50"/>
                </a:solidFill>
                <a:latin typeface="Plus Jakarta Sans"/>
                <a:ea typeface="Plus Jakarta Sans"/>
                <a:cs typeface="Plus Jakarta Sans"/>
              </a:defRPr>
            </a:lvl2pPr>
            <a:lvl3pPr>
              <a:defRPr sz="2100" b="1">
                <a:solidFill>
                  <a:srgbClr val="963D50"/>
                </a:solidFill>
                <a:latin typeface="Plus Jakarta Sans"/>
                <a:ea typeface="Plus Jakarta Sans"/>
                <a:cs typeface="Plus Jakarta Sans"/>
              </a:defRPr>
            </a:lvl3pPr>
            <a:lvl4pPr>
              <a:defRPr sz="2100" b="1">
                <a:solidFill>
                  <a:srgbClr val="963D50"/>
                </a:solidFill>
                <a:latin typeface="Plus Jakarta Sans"/>
                <a:ea typeface="Plus Jakarta Sans"/>
                <a:cs typeface="Plus Jakarta Sans"/>
              </a:defRPr>
            </a:lvl4pPr>
            <a:lvl5pPr>
              <a:defRPr sz="2100" b="1">
                <a:solidFill>
                  <a:srgbClr val="963D50"/>
                </a:solidFill>
                <a:latin typeface="Plus Jakarta Sans"/>
                <a:ea typeface="Plus Jakarta Sans"/>
                <a:cs typeface="Plus Jakarta Sans"/>
              </a:defRPr>
            </a:lvl5pPr>
            <a:lvl6pPr>
              <a:defRPr sz="2100" b="1">
                <a:solidFill>
                  <a:srgbClr val="963D50"/>
                </a:solidFill>
                <a:latin typeface="Plus Jakarta Sans"/>
                <a:ea typeface="Plus Jakarta Sans"/>
                <a:cs typeface="Plus Jakarta Sans"/>
              </a:defRPr>
            </a:lvl6pPr>
            <a:lvl7pPr>
              <a:defRPr sz="2100" b="1">
                <a:solidFill>
                  <a:srgbClr val="963D50"/>
                </a:solidFill>
                <a:latin typeface="Plus Jakarta Sans"/>
                <a:ea typeface="Plus Jakarta Sans"/>
                <a:cs typeface="Plus Jakarta Sans"/>
              </a:defRPr>
            </a:lvl7pPr>
            <a:lvl8pPr>
              <a:defRPr sz="2100" b="1">
                <a:solidFill>
                  <a:srgbClr val="963D50"/>
                </a:solidFill>
                <a:latin typeface="Plus Jakarta Sans"/>
                <a:ea typeface="Plus Jakarta Sans"/>
                <a:cs typeface="Plus Jakarta Sans"/>
              </a:defRPr>
            </a:lvl8pPr>
            <a:lvl9pPr>
              <a:defRPr sz="2100" b="1">
                <a:solidFill>
                  <a:srgbClr val="963D50"/>
                </a:solidFill>
                <a:latin typeface="Plus Jakarta Sans"/>
                <a:ea typeface="Plus Jakarta Sans"/>
                <a:cs typeface="Plus Jakarta Sans"/>
              </a:defRPr>
            </a:lvl9pPr>
          </a:lstStyle>
          <a:p xmlns:a="http://schemas.openxmlformats.org/drawingml/2006/main">
            <a:pPr>
              <a:defRPr sz="2100" b="1">
                <a:solidFill>
                  <a:srgbClr val="963D50"/>
                </a:solidFill>
                <a:latin typeface="Plus Jakarta Sans"/>
                <a:ea typeface="Plus Jakarta Sans"/>
                <a:cs typeface="Plus Jakarta Sans"/>
              </a:defRPr>
            </a:pPr>
            <a:r>
              <a:rPr sz="2100" b="1">
                <a:solidFill>
                  <a:srgbClr val="963D50"/>
                </a:solidFill>
                <a:latin typeface="Plus Jakarta Sans"/>
                <a:ea typeface="Plus Jakarta Sans"/>
                <a:cs typeface="Plus Jakarta Sans"/>
              </a:rPr>
              <a:t>Young learners in Myanmar</a:t>
            </a:r>
          </a:p>
        </p:txBody>
      </p:sp>
      <p:sp>
        <p:nvSpPr>
          <p:cNvPr id="7" name="“Which skills do I need,&#10;and how do I prove them?”">
            <a:extLst xmlns:a="http://schemas.openxmlformats.org/drawingml/2006/main">
              <a:ext uri="{FF2B5EF4-FFF2-40B4-BE49-F238E27FC236}">
                <a16:creationId xmlns:a16="http://schemas.microsoft.com/office/drawing/2014/main" id="{91B9C16B-CD14-4EE6-ACDC-F30DC7783C55}"/>
              </a:ext>
            </a:extLst>
          </p:cNvPr>
          <p:cNvSpPr>
            <a:spLocks xmlns:a="http://schemas.openxmlformats.org/drawingml/2006/main" noGrp="1"/>
          </p:cNvSpPr>
          <p:nvPr/>
        </p:nvSpPr>
        <p:spPr>
          <a:xfrm xmlns:a="http://schemas.openxmlformats.org/drawingml/2006/main">
            <a:off x="609600" y="2847975"/>
            <a:ext cx="67151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8181B"/>
                </a:solidFill>
                <a:latin typeface="Sora"/>
                <a:ea typeface="Sora"/>
                <a:cs typeface="Sora"/>
              </a:defRPr>
            </a:defPPr>
            <a:lvl1pPr>
              <a:defRPr sz="2700" b="1">
                <a:solidFill>
                  <a:srgbClr val="18181B"/>
                </a:solidFill>
                <a:latin typeface="Sora"/>
                <a:ea typeface="Sora"/>
                <a:cs typeface="Sora"/>
              </a:defRPr>
            </a:lvl1pPr>
            <a:lvl2pPr>
              <a:defRPr sz="2700" b="1">
                <a:solidFill>
                  <a:srgbClr val="18181B"/>
                </a:solidFill>
                <a:latin typeface="Sora"/>
                <a:ea typeface="Sora"/>
                <a:cs typeface="Sora"/>
              </a:defRPr>
            </a:lvl2pPr>
            <a:lvl3pPr>
              <a:defRPr sz="2700" b="1">
                <a:solidFill>
                  <a:srgbClr val="18181B"/>
                </a:solidFill>
                <a:latin typeface="Sora"/>
                <a:ea typeface="Sora"/>
                <a:cs typeface="Sora"/>
              </a:defRPr>
            </a:lvl3pPr>
            <a:lvl4pPr>
              <a:defRPr sz="2700" b="1">
                <a:solidFill>
                  <a:srgbClr val="18181B"/>
                </a:solidFill>
                <a:latin typeface="Sora"/>
                <a:ea typeface="Sora"/>
                <a:cs typeface="Sora"/>
              </a:defRPr>
            </a:lvl4pPr>
            <a:lvl5pPr>
              <a:defRPr sz="2700" b="1">
                <a:solidFill>
                  <a:srgbClr val="18181B"/>
                </a:solidFill>
                <a:latin typeface="Sora"/>
                <a:ea typeface="Sora"/>
                <a:cs typeface="Sora"/>
              </a:defRPr>
            </a:lvl5pPr>
            <a:lvl6pPr>
              <a:defRPr sz="2700" b="1">
                <a:solidFill>
                  <a:srgbClr val="18181B"/>
                </a:solidFill>
                <a:latin typeface="Sora"/>
                <a:ea typeface="Sora"/>
                <a:cs typeface="Sora"/>
              </a:defRPr>
            </a:lvl6pPr>
            <a:lvl7pPr>
              <a:defRPr sz="2700" b="1">
                <a:solidFill>
                  <a:srgbClr val="18181B"/>
                </a:solidFill>
                <a:latin typeface="Sora"/>
                <a:ea typeface="Sora"/>
                <a:cs typeface="Sora"/>
              </a:defRPr>
            </a:lvl7pPr>
            <a:lvl8pPr>
              <a:defRPr sz="2700" b="1">
                <a:solidFill>
                  <a:srgbClr val="18181B"/>
                </a:solidFill>
                <a:latin typeface="Sora"/>
                <a:ea typeface="Sora"/>
                <a:cs typeface="Sora"/>
              </a:defRPr>
            </a:lvl8pPr>
            <a:lvl9pPr>
              <a:defRPr sz="2700" b="1">
                <a:solidFill>
                  <a:srgbClr val="18181B"/>
                </a:solidFill>
                <a:latin typeface="Sora"/>
                <a:ea typeface="Sora"/>
                <a:cs typeface="Sora"/>
              </a:defRPr>
            </a:lvl9pPr>
          </a:lstStyle>
          <a:p xmlns:a="http://schemas.openxmlformats.org/drawingml/2006/main">
            <a:pPr>
              <a:defRPr sz="2700" b="1">
                <a:solidFill>
                  <a:srgbClr val="18181B"/>
                </a:solidFill>
                <a:latin typeface="Sora"/>
                <a:ea typeface="Sora"/>
                <a:cs typeface="Sora"/>
              </a:defRPr>
            </a:pPr>
            <a:r>
              <a:rPr sz="2700" b="1">
                <a:solidFill>
                  <a:srgbClr val="18181B"/>
                </a:solidFill>
                <a:latin typeface="Sora"/>
                <a:ea typeface="Sora"/>
                <a:cs typeface="Sora"/>
              </a:rPr>
              <a:t>“Which skills do I need,</a:t>
            </a:r>
          </a:p>
          <a:p xmlns:a="http://schemas.openxmlformats.org/drawingml/2006/main">
            <a:pPr>
              <a:defRPr sz="2700" b="1">
                <a:solidFill>
                  <a:srgbClr val="18181B"/>
                </a:solidFill>
                <a:latin typeface="Sora"/>
                <a:ea typeface="Sora"/>
                <a:cs typeface="Sora"/>
              </a:defRPr>
            </a:pPr>
            <a:r>
              <a:rPr sz="2700" b="1">
                <a:solidFill>
                  <a:srgbClr val="18181B"/>
                </a:solidFill>
                <a:latin typeface="Sora"/>
                <a:ea typeface="Sora"/>
                <a:cs typeface="Sora"/>
              </a:rPr>
              <a:t>and how do I prove them?”</a:t>
            </a:r>
          </a:p>
        </p:txBody>
      </p:sp>
      <p:sp>
        <p:nvSpPr>
          <p:cNvPr id="8" name="Our first audience">
            <a:extLst xmlns:a="http://schemas.openxmlformats.org/drawingml/2006/main">
              <a:ext uri="{FF2B5EF4-FFF2-40B4-BE49-F238E27FC236}">
                <a16:creationId xmlns:a16="http://schemas.microsoft.com/office/drawing/2014/main" id="{D6FE01E6-A4A6-4072-8C56-E6E332A153D3}"/>
              </a:ext>
            </a:extLst>
          </p:cNvPr>
          <p:cNvSpPr>
            <a:spLocks xmlns:a="http://schemas.openxmlformats.org/drawingml/2006/main" noGrp="1"/>
          </p:cNvSpPr>
          <p:nvPr/>
        </p:nvSpPr>
        <p:spPr>
          <a:xfrm xmlns:a="http://schemas.openxmlformats.org/drawingml/2006/main">
            <a:off x="609600" y="45624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963D50"/>
                </a:solidFill>
                <a:latin typeface="Plus Jakarta Sans"/>
                <a:ea typeface="Plus Jakarta Sans"/>
                <a:cs typeface="Plus Jakarta Sans"/>
              </a:defRPr>
            </a:defPPr>
            <a:lvl1pPr>
              <a:defRPr sz="1650" b="1">
                <a:solidFill>
                  <a:srgbClr val="963D50"/>
                </a:solidFill>
                <a:latin typeface="Plus Jakarta Sans"/>
                <a:ea typeface="Plus Jakarta Sans"/>
                <a:cs typeface="Plus Jakarta Sans"/>
              </a:defRPr>
            </a:lvl1pPr>
            <a:lvl2pPr>
              <a:defRPr sz="1650" b="1">
                <a:solidFill>
                  <a:srgbClr val="963D50"/>
                </a:solidFill>
                <a:latin typeface="Plus Jakarta Sans"/>
                <a:ea typeface="Plus Jakarta Sans"/>
                <a:cs typeface="Plus Jakarta Sans"/>
              </a:defRPr>
            </a:lvl2pPr>
            <a:lvl3pPr>
              <a:defRPr sz="1650" b="1">
                <a:solidFill>
                  <a:srgbClr val="963D50"/>
                </a:solidFill>
                <a:latin typeface="Plus Jakarta Sans"/>
                <a:ea typeface="Plus Jakarta Sans"/>
                <a:cs typeface="Plus Jakarta Sans"/>
              </a:defRPr>
            </a:lvl3pPr>
            <a:lvl4pPr>
              <a:defRPr sz="1650" b="1">
                <a:solidFill>
                  <a:srgbClr val="963D50"/>
                </a:solidFill>
                <a:latin typeface="Plus Jakarta Sans"/>
                <a:ea typeface="Plus Jakarta Sans"/>
                <a:cs typeface="Plus Jakarta Sans"/>
              </a:defRPr>
            </a:lvl4pPr>
            <a:lvl5pPr>
              <a:defRPr sz="1650" b="1">
                <a:solidFill>
                  <a:srgbClr val="963D50"/>
                </a:solidFill>
                <a:latin typeface="Plus Jakarta Sans"/>
                <a:ea typeface="Plus Jakarta Sans"/>
                <a:cs typeface="Plus Jakarta Sans"/>
              </a:defRPr>
            </a:lvl5pPr>
            <a:lvl6pPr>
              <a:defRPr sz="1650" b="1">
                <a:solidFill>
                  <a:srgbClr val="963D50"/>
                </a:solidFill>
                <a:latin typeface="Plus Jakarta Sans"/>
                <a:ea typeface="Plus Jakarta Sans"/>
                <a:cs typeface="Plus Jakarta Sans"/>
              </a:defRPr>
            </a:lvl6pPr>
            <a:lvl7pPr>
              <a:defRPr sz="1650" b="1">
                <a:solidFill>
                  <a:srgbClr val="963D50"/>
                </a:solidFill>
                <a:latin typeface="Plus Jakarta Sans"/>
                <a:ea typeface="Plus Jakarta Sans"/>
                <a:cs typeface="Plus Jakarta Sans"/>
              </a:defRPr>
            </a:lvl7pPr>
            <a:lvl8pPr>
              <a:defRPr sz="1650" b="1">
                <a:solidFill>
                  <a:srgbClr val="963D50"/>
                </a:solidFill>
                <a:latin typeface="Plus Jakarta Sans"/>
                <a:ea typeface="Plus Jakarta Sans"/>
                <a:cs typeface="Plus Jakarta Sans"/>
              </a:defRPr>
            </a:lvl8pPr>
            <a:lvl9pPr>
              <a:defRPr sz="1650" b="1">
                <a:solidFill>
                  <a:srgbClr val="963D50"/>
                </a:solidFill>
                <a:latin typeface="Plus Jakarta Sans"/>
                <a:ea typeface="Plus Jakarta Sans"/>
                <a:cs typeface="Plus Jakarta Sans"/>
              </a:defRPr>
            </a:lvl9pPr>
          </a:lstStyle>
          <a:p xmlns:a="http://schemas.openxmlformats.org/drawingml/2006/main">
            <a:pPr>
              <a:defRPr sz="1650" b="1">
                <a:solidFill>
                  <a:srgbClr val="963D50"/>
                </a:solidFill>
                <a:latin typeface="Plus Jakarta Sans"/>
                <a:ea typeface="Plus Jakarta Sans"/>
                <a:cs typeface="Plus Jakarta Sans"/>
              </a:defRPr>
            </a:pPr>
            <a:r>
              <a:rPr sz="1650" b="1">
                <a:solidFill>
                  <a:srgbClr val="963D50"/>
                </a:solidFill>
                <a:latin typeface="Plus Jakarta Sans"/>
                <a:ea typeface="Plus Jakarta Sans"/>
                <a:cs typeface="Plus Jakarta Sans"/>
              </a:rPr>
              <a:t>Our first audience</a:t>
            </a:r>
          </a:p>
        </p:txBody>
      </p:sp>
      <p:sp>
        <p:nvSpPr>
          <p:cNvPr id="9" name="Aspiring IT talent seeking an affordable path&#10;to work, ">
            <a:extLst xmlns:a="http://schemas.openxmlformats.org/drawingml/2006/main">
              <a:ext uri="{FF2B5EF4-FFF2-40B4-BE49-F238E27FC236}">
                <a16:creationId xmlns:a16="http://schemas.microsoft.com/office/drawing/2014/main" id="{1AE0F2EB-61C1-4D35-9DB1-D3BFCD4B5840}"/>
              </a:ext>
            </a:extLst>
          </p:cNvPr>
          <p:cNvSpPr>
            <a:spLocks xmlns:a="http://schemas.openxmlformats.org/drawingml/2006/main" noGrp="1"/>
          </p:cNvSpPr>
          <p:nvPr/>
        </p:nvSpPr>
        <p:spPr>
          <a:xfrm xmlns:a="http://schemas.openxmlformats.org/drawingml/2006/main">
            <a:off x="609600" y="5038725"/>
            <a:ext cx="685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16B70"/>
                </a:solidFill>
                <a:latin typeface="Plus Jakarta Sans"/>
                <a:ea typeface="Plus Jakarta Sans"/>
                <a:cs typeface="Plus Jakarta Sans"/>
              </a:defRPr>
            </a:defPPr>
            <a:lvl1pPr>
              <a:defRPr sz="1875" b="0">
                <a:solidFill>
                  <a:srgbClr val="716B70"/>
                </a:solidFill>
                <a:latin typeface="Plus Jakarta Sans"/>
                <a:ea typeface="Plus Jakarta Sans"/>
                <a:cs typeface="Plus Jakarta Sans"/>
              </a:defRPr>
            </a:lvl1pPr>
            <a:lvl2pPr>
              <a:defRPr sz="1875" b="0">
                <a:solidFill>
                  <a:srgbClr val="716B70"/>
                </a:solidFill>
                <a:latin typeface="Plus Jakarta Sans"/>
                <a:ea typeface="Plus Jakarta Sans"/>
                <a:cs typeface="Plus Jakarta Sans"/>
              </a:defRPr>
            </a:lvl2pPr>
            <a:lvl3pPr>
              <a:defRPr sz="1875" b="0">
                <a:solidFill>
                  <a:srgbClr val="716B70"/>
                </a:solidFill>
                <a:latin typeface="Plus Jakarta Sans"/>
                <a:ea typeface="Plus Jakarta Sans"/>
                <a:cs typeface="Plus Jakarta Sans"/>
              </a:defRPr>
            </a:lvl3pPr>
            <a:lvl4pPr>
              <a:defRPr sz="1875" b="0">
                <a:solidFill>
                  <a:srgbClr val="716B70"/>
                </a:solidFill>
                <a:latin typeface="Plus Jakarta Sans"/>
                <a:ea typeface="Plus Jakarta Sans"/>
                <a:cs typeface="Plus Jakarta Sans"/>
              </a:defRPr>
            </a:lvl4pPr>
            <a:lvl5pPr>
              <a:defRPr sz="1875" b="0">
                <a:solidFill>
                  <a:srgbClr val="716B70"/>
                </a:solidFill>
                <a:latin typeface="Plus Jakarta Sans"/>
                <a:ea typeface="Plus Jakarta Sans"/>
                <a:cs typeface="Plus Jakarta Sans"/>
              </a:defRPr>
            </a:lvl5pPr>
            <a:lvl6pPr>
              <a:defRPr sz="1875" b="0">
                <a:solidFill>
                  <a:srgbClr val="716B70"/>
                </a:solidFill>
                <a:latin typeface="Plus Jakarta Sans"/>
                <a:ea typeface="Plus Jakarta Sans"/>
                <a:cs typeface="Plus Jakarta Sans"/>
              </a:defRPr>
            </a:lvl6pPr>
            <a:lvl7pPr>
              <a:defRPr sz="1875" b="0">
                <a:solidFill>
                  <a:srgbClr val="716B70"/>
                </a:solidFill>
                <a:latin typeface="Plus Jakarta Sans"/>
                <a:ea typeface="Plus Jakarta Sans"/>
                <a:cs typeface="Plus Jakarta Sans"/>
              </a:defRPr>
            </a:lvl7pPr>
            <a:lvl8pPr>
              <a:defRPr sz="1875" b="0">
                <a:solidFill>
                  <a:srgbClr val="716B70"/>
                </a:solidFill>
                <a:latin typeface="Plus Jakarta Sans"/>
                <a:ea typeface="Plus Jakarta Sans"/>
                <a:cs typeface="Plus Jakarta Sans"/>
              </a:defRPr>
            </a:lvl8pPr>
            <a:lvl9pPr>
              <a:defRPr sz="1875" b="0">
                <a:solidFill>
                  <a:srgbClr val="716B70"/>
                </a:solidFill>
                <a:latin typeface="Plus Jakarta Sans"/>
                <a:ea typeface="Plus Jakarta Sans"/>
                <a:cs typeface="Plus Jakarta Sans"/>
              </a:defRPr>
            </a:lvl9pPr>
          </a:lstStyle>
          <a:p xmlns:a="http://schemas.openxmlformats.org/drawingml/2006/main">
            <a:pPr>
              <a:defRPr sz="1875" b="0">
                <a:solidFill>
                  <a:srgbClr val="716B70"/>
                </a:solidFill>
                <a:latin typeface="Plus Jakarta Sans"/>
                <a:ea typeface="Plus Jakarta Sans"/>
                <a:cs typeface="Plus Jakarta Sans"/>
              </a:defRPr>
            </a:pPr>
            <a:r>
              <a:rPr sz="1875" b="0">
                <a:solidFill>
                  <a:srgbClr val="716B70"/>
                </a:solidFill>
                <a:latin typeface="Plus Jakarta Sans"/>
                <a:ea typeface="Plus Jakarta Sans"/>
                <a:cs typeface="Plus Jakarta Sans"/>
              </a:rPr>
              <a:t>Aspiring IT talent seeking an affordable path</a:t>
            </a:r>
          </a:p>
          <a:p xmlns:a="http://schemas.openxmlformats.org/drawingml/2006/main">
            <a:pPr>
              <a:defRPr sz="1875" b="0">
                <a:solidFill>
                  <a:srgbClr val="716B70"/>
                </a:solidFill>
                <a:latin typeface="Plus Jakarta Sans"/>
                <a:ea typeface="Plus Jakarta Sans"/>
                <a:cs typeface="Plus Jakarta Sans"/>
              </a:defRPr>
            </a:pPr>
            <a:r>
              <a:rPr sz="1875" b="0">
                <a:solidFill>
                  <a:srgbClr val="716B70"/>
                </a:solidFill>
                <a:latin typeface="Plus Jakarta Sans"/>
                <a:ea typeface="Plus Jakarta Sans"/>
                <a:cs typeface="Plus Jakarta Sans"/>
              </a:rPr>
              <a:t>to work, and companies hiring junior talent.</a:t>
            </a:r>
          </a:p>
        </p:txBody>
      </p:sp>
      <p:pic>
        <p:nvPicPr>
          <p:cNvPr id="10" name="">
            <a:extLst xmlns:a="http://schemas.openxmlformats.org/drawingml/2006/main">
              <a:ext uri="{FF2B5EF4-FFF2-40B4-BE49-F238E27FC236}">
                <a16:creationId xmlns:a16="http://schemas.microsoft.com/office/drawing/2014/main" id="{69C50A80-C5BA-4FCA-92FA-7EA430770541}"/>
              </a:ext>
            </a:extLst>
          </p:cNvPr>
          <p:cNvPicPr>
            <a:picLocks xmlns:a="http://schemas.openxmlformats.org/drawingml/2006/main" noChangeAspect="1"/>
          </p:cNvPicPr>
          <p:nvPr/>
        </p:nvPicPr>
        <p:blipFill>
          <a:blip xmlns:r="http://schemas.openxmlformats.org/officeDocument/2006/relationships" xmlns:a="http://schemas.openxmlformats.org/drawingml/2006/main" r:embed="R8eeb5481b1f2454f"/>
          <a:stretch xmlns:a="http://schemas.openxmlformats.org/drawingml/2006/main"/>
        </p:blipFill>
        <p:spPr>
          <a:xfrm xmlns:a="http://schemas.openxmlformats.org/drawingml/2006/main">
            <a:off x="8429625" y="2687579"/>
            <a:ext cx="2952750" cy="2387718"/>
          </a:xfrm>
          <a:prstGeom xmlns:a="http://schemas.openxmlformats.org/drawingml/2006/main" prst="rect">
            <a:avLst/>
          </a:prstGeom>
        </p:spPr>
      </p:pic>
    </p:spTree>
    <p:extLst>
      <p:ext uri="{BB962C8B-B14F-4D97-AF65-F5344CB8AC3E}">
        <p14:creationId xmlns:p14="http://schemas.microsoft.com/office/powerpoint/2010/main" val="1849426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48AA3A7-57FB-4184-A114-B1B4FE32F4AB}"/>
              </a:ext>
            </a:extLst>
          </p:cNvPr>
          <p:cNvPicPr>
            <a:picLocks xmlns:a="http://schemas.openxmlformats.org/drawingml/2006/main" noChangeAspect="1"/>
          </p:cNvPicPr>
          <p:nvPr/>
        </p:nvPicPr>
        <p:blipFill>
          <a:blip xmlns:r="http://schemas.openxmlformats.org/officeDocument/2006/relationships" xmlns:a="http://schemas.openxmlformats.org/drawingml/2006/main" r:embed="Rdcb65d192ed84c45"/>
          <a:stretch xmlns:a="http://schemas.openxmlformats.org/drawingml/2006/main"/>
        </p:blipFill>
        <p:spPr>
          <a:xfrm xmlns:a="http://schemas.openxmlformats.org/drawingml/2006/main">
            <a:off x="533400" y="351246"/>
            <a:ext cx="333375" cy="297634"/>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4FA833EC-E2AB-4E0C-B070-5316403E965C}"/>
              </a:ext>
            </a:extLst>
          </p:cNvPr>
          <p:cNvPicPr>
            <a:picLocks xmlns:a="http://schemas.openxmlformats.org/drawingml/2006/main" noChangeAspect="1"/>
          </p:cNvPicPr>
          <p:nvPr/>
        </p:nvPicPr>
        <p:blipFill>
          <a:blip xmlns:r="http://schemas.openxmlformats.org/officeDocument/2006/relationships" xmlns:a="http://schemas.openxmlformats.org/drawingml/2006/main" r:embed="Raa15dd4849214cc9"/>
          <a:stretch xmlns:a="http://schemas.openxmlformats.org/drawingml/2006/main"/>
        </p:blipFill>
        <p:spPr>
          <a:xfrm xmlns:a="http://schemas.openxmlformats.org/drawingml/2006/main">
            <a:off x="984148" y="419100"/>
            <a:ext cx="1327355" cy="238125"/>
          </a:xfrm>
          <a:prstGeom xmlns:a="http://schemas.openxmlformats.org/drawingml/2006/main" prst="rect">
            <a:avLst/>
          </a:prstGeom>
        </p:spPr>
      </p:pic>
      <p:sp>
        <p:nvSpPr>
          <p:cNvPr id="4" name="04">
            <a:extLst xmlns:a="http://schemas.openxmlformats.org/drawingml/2006/main">
              <a:ext uri="{FF2B5EF4-FFF2-40B4-BE49-F238E27FC236}">
                <a16:creationId xmlns:a16="http://schemas.microsoft.com/office/drawing/2014/main" id="{2A503B01-702C-4642-A838-8AC13FDA514A}"/>
              </a:ext>
            </a:extLst>
          </p:cNvPr>
          <p:cNvSpPr>
            <a:spLocks xmlns:a="http://schemas.openxmlformats.org/drawingml/2006/main" noGrp="1"/>
          </p:cNvSpPr>
          <p:nvPr/>
        </p:nvSpPr>
        <p:spPr>
          <a:xfrm xmlns:a="http://schemas.openxmlformats.org/drawingml/2006/main">
            <a:off x="11087100" y="62103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716B70"/>
                </a:solidFill>
                <a:latin typeface="Plus Jakarta Sans"/>
                <a:ea typeface="Plus Jakarta Sans"/>
                <a:cs typeface="Plus Jakarta Sans"/>
              </a:defRPr>
            </a:defPPr>
            <a:lvl1pPr>
              <a:defRPr sz="1050" b="0">
                <a:solidFill>
                  <a:srgbClr val="716B70"/>
                </a:solidFill>
                <a:latin typeface="Plus Jakarta Sans"/>
                <a:ea typeface="Plus Jakarta Sans"/>
                <a:cs typeface="Plus Jakarta Sans"/>
              </a:defRPr>
            </a:lvl1pPr>
            <a:lvl2pPr>
              <a:defRPr sz="1050" b="0">
                <a:solidFill>
                  <a:srgbClr val="716B70"/>
                </a:solidFill>
                <a:latin typeface="Plus Jakarta Sans"/>
                <a:ea typeface="Plus Jakarta Sans"/>
                <a:cs typeface="Plus Jakarta Sans"/>
              </a:defRPr>
            </a:lvl2pPr>
            <a:lvl3pPr>
              <a:defRPr sz="1050" b="0">
                <a:solidFill>
                  <a:srgbClr val="716B70"/>
                </a:solidFill>
                <a:latin typeface="Plus Jakarta Sans"/>
                <a:ea typeface="Plus Jakarta Sans"/>
                <a:cs typeface="Plus Jakarta Sans"/>
              </a:defRPr>
            </a:lvl3pPr>
            <a:lvl4pPr>
              <a:defRPr sz="1050" b="0">
                <a:solidFill>
                  <a:srgbClr val="716B70"/>
                </a:solidFill>
                <a:latin typeface="Plus Jakarta Sans"/>
                <a:ea typeface="Plus Jakarta Sans"/>
                <a:cs typeface="Plus Jakarta Sans"/>
              </a:defRPr>
            </a:lvl4pPr>
            <a:lvl5pPr>
              <a:defRPr sz="1050" b="0">
                <a:solidFill>
                  <a:srgbClr val="716B70"/>
                </a:solidFill>
                <a:latin typeface="Plus Jakarta Sans"/>
                <a:ea typeface="Plus Jakarta Sans"/>
                <a:cs typeface="Plus Jakarta Sans"/>
              </a:defRPr>
            </a:lvl5pPr>
            <a:lvl6pPr>
              <a:defRPr sz="1050" b="0">
                <a:solidFill>
                  <a:srgbClr val="716B70"/>
                </a:solidFill>
                <a:latin typeface="Plus Jakarta Sans"/>
                <a:ea typeface="Plus Jakarta Sans"/>
                <a:cs typeface="Plus Jakarta Sans"/>
              </a:defRPr>
            </a:lvl6pPr>
            <a:lvl7pPr>
              <a:defRPr sz="1050" b="0">
                <a:solidFill>
                  <a:srgbClr val="716B70"/>
                </a:solidFill>
                <a:latin typeface="Plus Jakarta Sans"/>
                <a:ea typeface="Plus Jakarta Sans"/>
                <a:cs typeface="Plus Jakarta Sans"/>
              </a:defRPr>
            </a:lvl7pPr>
            <a:lvl8pPr>
              <a:defRPr sz="1050" b="0">
                <a:solidFill>
                  <a:srgbClr val="716B70"/>
                </a:solidFill>
                <a:latin typeface="Plus Jakarta Sans"/>
                <a:ea typeface="Plus Jakarta Sans"/>
                <a:cs typeface="Plus Jakarta Sans"/>
              </a:defRPr>
            </a:lvl8pPr>
            <a:lvl9pPr>
              <a:defRPr sz="1050" b="0">
                <a:solidFill>
                  <a:srgbClr val="716B70"/>
                </a:solidFill>
                <a:latin typeface="Plus Jakarta Sans"/>
                <a:ea typeface="Plus Jakarta Sans"/>
                <a:cs typeface="Plus Jakarta Sans"/>
              </a:defRPr>
            </a:lvl9pPr>
          </a:lstStyle>
          <a:p xmlns:a="http://schemas.openxmlformats.org/drawingml/2006/main">
            <a:pPr>
              <a:defRPr sz="1050" b="0">
                <a:solidFill>
                  <a:srgbClr val="716B70"/>
                </a:solidFill>
                <a:latin typeface="Plus Jakarta Sans"/>
                <a:ea typeface="Plus Jakarta Sans"/>
                <a:cs typeface="Plus Jakarta Sans"/>
              </a:defRPr>
            </a:pPr>
            <a:r>
              <a:rPr sz="1050" b="0">
                <a:solidFill>
                  <a:srgbClr val="716B70"/>
                </a:solidFill>
                <a:latin typeface="Plus Jakarta Sans"/>
                <a:ea typeface="Plus Jakarta Sans"/>
                <a:cs typeface="Plus Jakarta Sans"/>
              </a:rPr>
              <a:t>04</a:t>
            </a:r>
          </a:p>
        </p:txBody>
      </p:sp>
      <p:sp>
        <p:nvSpPr>
          <p:cNvPr id="5" name="The learner journey">
            <a:extLst xmlns:a="http://schemas.openxmlformats.org/drawingml/2006/main">
              <a:ext uri="{FF2B5EF4-FFF2-40B4-BE49-F238E27FC236}">
                <a16:creationId xmlns:a16="http://schemas.microsoft.com/office/drawing/2014/main" id="{CB26571E-B28B-4DA8-AF18-E0690A9AE168}"/>
              </a:ext>
            </a:extLst>
          </p:cNvPr>
          <p:cNvSpPr>
            <a:spLocks xmlns:a="http://schemas.openxmlformats.org/drawingml/2006/main" noGrp="1"/>
          </p:cNvSpPr>
          <p:nvPr/>
        </p:nvSpPr>
        <p:spPr>
          <a:xfrm xmlns:a="http://schemas.openxmlformats.org/drawingml/2006/main">
            <a:off x="609600" y="1009650"/>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8181B"/>
                </a:solidFill>
                <a:latin typeface="Sora"/>
                <a:ea typeface="Sora"/>
                <a:cs typeface="Sora"/>
              </a:defRPr>
            </a:defPPr>
            <a:lvl1pPr>
              <a:defRPr sz="3600" b="1">
                <a:solidFill>
                  <a:srgbClr val="18181B"/>
                </a:solidFill>
                <a:latin typeface="Sora"/>
                <a:ea typeface="Sora"/>
                <a:cs typeface="Sora"/>
              </a:defRPr>
            </a:lvl1pPr>
            <a:lvl2pPr>
              <a:defRPr sz="3600" b="1">
                <a:solidFill>
                  <a:srgbClr val="18181B"/>
                </a:solidFill>
                <a:latin typeface="Sora"/>
                <a:ea typeface="Sora"/>
                <a:cs typeface="Sora"/>
              </a:defRPr>
            </a:lvl2pPr>
            <a:lvl3pPr>
              <a:defRPr sz="3600" b="1">
                <a:solidFill>
                  <a:srgbClr val="18181B"/>
                </a:solidFill>
                <a:latin typeface="Sora"/>
                <a:ea typeface="Sora"/>
                <a:cs typeface="Sora"/>
              </a:defRPr>
            </a:lvl3pPr>
            <a:lvl4pPr>
              <a:defRPr sz="3600" b="1">
                <a:solidFill>
                  <a:srgbClr val="18181B"/>
                </a:solidFill>
                <a:latin typeface="Sora"/>
                <a:ea typeface="Sora"/>
                <a:cs typeface="Sora"/>
              </a:defRPr>
            </a:lvl4pPr>
            <a:lvl5pPr>
              <a:defRPr sz="3600" b="1">
                <a:solidFill>
                  <a:srgbClr val="18181B"/>
                </a:solidFill>
                <a:latin typeface="Sora"/>
                <a:ea typeface="Sora"/>
                <a:cs typeface="Sora"/>
              </a:defRPr>
            </a:lvl5pPr>
            <a:lvl6pPr>
              <a:defRPr sz="3600" b="1">
                <a:solidFill>
                  <a:srgbClr val="18181B"/>
                </a:solidFill>
                <a:latin typeface="Sora"/>
                <a:ea typeface="Sora"/>
                <a:cs typeface="Sora"/>
              </a:defRPr>
            </a:lvl6pPr>
            <a:lvl7pPr>
              <a:defRPr sz="3600" b="1">
                <a:solidFill>
                  <a:srgbClr val="18181B"/>
                </a:solidFill>
                <a:latin typeface="Sora"/>
                <a:ea typeface="Sora"/>
                <a:cs typeface="Sora"/>
              </a:defRPr>
            </a:lvl7pPr>
            <a:lvl8pPr>
              <a:defRPr sz="3600" b="1">
                <a:solidFill>
                  <a:srgbClr val="18181B"/>
                </a:solidFill>
                <a:latin typeface="Sora"/>
                <a:ea typeface="Sora"/>
                <a:cs typeface="Sora"/>
              </a:defRPr>
            </a:lvl8pPr>
            <a:lvl9pPr>
              <a:defRPr sz="3600" b="1">
                <a:solidFill>
                  <a:srgbClr val="18181B"/>
                </a:solidFill>
                <a:latin typeface="Sora"/>
                <a:ea typeface="Sora"/>
                <a:cs typeface="Sora"/>
              </a:defRPr>
            </a:lvl9pPr>
          </a:lstStyle>
          <a:p xmlns:a="http://schemas.openxmlformats.org/drawingml/2006/main">
            <a:pPr>
              <a:defRPr sz="3600" b="1">
                <a:solidFill>
                  <a:srgbClr val="18181B"/>
                </a:solidFill>
                <a:latin typeface="Sora"/>
                <a:ea typeface="Sora"/>
                <a:cs typeface="Sora"/>
              </a:defRPr>
            </a:pPr>
            <a:r>
              <a:rPr sz="3600" b="1">
                <a:solidFill>
                  <a:srgbClr val="18181B"/>
                </a:solidFill>
                <a:latin typeface="Sora"/>
                <a:ea typeface="Sora"/>
                <a:cs typeface="Sora"/>
              </a:rPr>
              <a:t>The learner journey</a:t>
            </a:r>
          </a:p>
        </p:txBody>
      </p:sp>
      <p:sp>
        <p:nvSpPr>
          <p:cNvPr id="6" name="Choose a goal. Learn. Pass the course test. Prove your ">
            <a:extLst xmlns:a="http://schemas.openxmlformats.org/drawingml/2006/main">
              <a:ext uri="{FF2B5EF4-FFF2-40B4-BE49-F238E27FC236}">
                <a16:creationId xmlns:a16="http://schemas.microsoft.com/office/drawing/2014/main" id="{F01920E5-2043-4821-88AA-2226EA8E5AC0}"/>
              </a:ext>
            </a:extLst>
          </p:cNvPr>
          <p:cNvSpPr>
            <a:spLocks xmlns:a="http://schemas.openxmlformats.org/drawingml/2006/main" noGrp="1"/>
          </p:cNvSpPr>
          <p:nvPr/>
        </p:nvSpPr>
        <p:spPr>
          <a:xfrm xmlns:a="http://schemas.openxmlformats.org/drawingml/2006/main">
            <a:off x="609600" y="184785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716B70"/>
                </a:solidFill>
                <a:latin typeface="Plus Jakarta Sans"/>
                <a:ea typeface="Plus Jakarta Sans"/>
                <a:cs typeface="Plus Jakarta Sans"/>
              </a:defRPr>
            </a:defPPr>
            <a:lvl1pPr>
              <a:defRPr sz="1800" b="0">
                <a:solidFill>
                  <a:srgbClr val="716B70"/>
                </a:solidFill>
                <a:latin typeface="Plus Jakarta Sans"/>
                <a:ea typeface="Plus Jakarta Sans"/>
                <a:cs typeface="Plus Jakarta Sans"/>
              </a:defRPr>
            </a:lvl1pPr>
            <a:lvl2pPr>
              <a:defRPr sz="1800" b="0">
                <a:solidFill>
                  <a:srgbClr val="716B70"/>
                </a:solidFill>
                <a:latin typeface="Plus Jakarta Sans"/>
                <a:ea typeface="Plus Jakarta Sans"/>
                <a:cs typeface="Plus Jakarta Sans"/>
              </a:defRPr>
            </a:lvl2pPr>
            <a:lvl3pPr>
              <a:defRPr sz="1800" b="0">
                <a:solidFill>
                  <a:srgbClr val="716B70"/>
                </a:solidFill>
                <a:latin typeface="Plus Jakarta Sans"/>
                <a:ea typeface="Plus Jakarta Sans"/>
                <a:cs typeface="Plus Jakarta Sans"/>
              </a:defRPr>
            </a:lvl3pPr>
            <a:lvl4pPr>
              <a:defRPr sz="1800" b="0">
                <a:solidFill>
                  <a:srgbClr val="716B70"/>
                </a:solidFill>
                <a:latin typeface="Plus Jakarta Sans"/>
                <a:ea typeface="Plus Jakarta Sans"/>
                <a:cs typeface="Plus Jakarta Sans"/>
              </a:defRPr>
            </a:lvl4pPr>
            <a:lvl5pPr>
              <a:defRPr sz="1800" b="0">
                <a:solidFill>
                  <a:srgbClr val="716B70"/>
                </a:solidFill>
                <a:latin typeface="Plus Jakarta Sans"/>
                <a:ea typeface="Plus Jakarta Sans"/>
                <a:cs typeface="Plus Jakarta Sans"/>
              </a:defRPr>
            </a:lvl5pPr>
            <a:lvl6pPr>
              <a:defRPr sz="1800" b="0">
                <a:solidFill>
                  <a:srgbClr val="716B70"/>
                </a:solidFill>
                <a:latin typeface="Plus Jakarta Sans"/>
                <a:ea typeface="Plus Jakarta Sans"/>
                <a:cs typeface="Plus Jakarta Sans"/>
              </a:defRPr>
            </a:lvl6pPr>
            <a:lvl7pPr>
              <a:defRPr sz="1800" b="0">
                <a:solidFill>
                  <a:srgbClr val="716B70"/>
                </a:solidFill>
                <a:latin typeface="Plus Jakarta Sans"/>
                <a:ea typeface="Plus Jakarta Sans"/>
                <a:cs typeface="Plus Jakarta Sans"/>
              </a:defRPr>
            </a:lvl7pPr>
            <a:lvl8pPr>
              <a:defRPr sz="1800" b="0">
                <a:solidFill>
                  <a:srgbClr val="716B70"/>
                </a:solidFill>
                <a:latin typeface="Plus Jakarta Sans"/>
                <a:ea typeface="Plus Jakarta Sans"/>
                <a:cs typeface="Plus Jakarta Sans"/>
              </a:defRPr>
            </a:lvl8pPr>
            <a:lvl9pPr>
              <a:defRPr sz="1800" b="0">
                <a:solidFill>
                  <a:srgbClr val="716B70"/>
                </a:solidFill>
                <a:latin typeface="Plus Jakarta Sans"/>
                <a:ea typeface="Plus Jakarta Sans"/>
                <a:cs typeface="Plus Jakarta Sans"/>
              </a:defRPr>
            </a:lvl9pPr>
          </a:lstStyle>
          <a:p xmlns:a="http://schemas.openxmlformats.org/drawingml/2006/main">
            <a:pPr>
              <a:defRPr sz="1800" b="0">
                <a:solidFill>
                  <a:srgbClr val="716B70"/>
                </a:solidFill>
                <a:latin typeface="Plus Jakarta Sans"/>
                <a:ea typeface="Plus Jakarta Sans"/>
                <a:cs typeface="Plus Jakarta Sans"/>
              </a:defRPr>
            </a:pPr>
            <a:r>
              <a:rPr sz="1800" b="0">
                <a:solidFill>
                  <a:srgbClr val="716B70"/>
                </a:solidFill>
                <a:latin typeface="Plus Jakarta Sans"/>
                <a:ea typeface="Plus Jakarta Sans"/>
                <a:cs typeface="Plus Jakarta Sans"/>
              </a:rPr>
              <a:t>Choose a goal. Learn. Pass the course test. Prove your skills.</a:t>
            </a:r>
          </a:p>
        </p:txBody>
      </p:sp>
      <p:pic>
        <p:nvPicPr>
          <p:cNvPr id="7" name="">
            <a:extLst xmlns:a="http://schemas.openxmlformats.org/drawingml/2006/main">
              <a:ext uri="{FF2B5EF4-FFF2-40B4-BE49-F238E27FC236}">
                <a16:creationId xmlns:a16="http://schemas.microsoft.com/office/drawing/2014/main" id="{A56AF223-99B7-4256-BF32-D1781EF86750}"/>
              </a:ext>
            </a:extLst>
          </p:cNvPr>
          <p:cNvPicPr>
            <a:picLocks xmlns:a="http://schemas.openxmlformats.org/drawingml/2006/main" noChangeAspect="1"/>
          </p:cNvPicPr>
          <p:nvPr/>
        </p:nvPicPr>
        <p:blipFill>
          <a:blip xmlns:r="http://schemas.openxmlformats.org/officeDocument/2006/relationships" xmlns:a="http://schemas.openxmlformats.org/drawingml/2006/main" r:embed="Rdfc8efb30bc9499b"/>
          <a:stretch xmlns:a="http://schemas.openxmlformats.org/drawingml/2006/main"/>
        </p:blipFill>
        <p:spPr>
          <a:xfrm xmlns:a="http://schemas.openxmlformats.org/drawingml/2006/main">
            <a:off x="3394982" y="2514600"/>
            <a:ext cx="8145236" cy="3905250"/>
          </a:xfrm>
          <a:prstGeom xmlns:a="http://schemas.openxmlformats.org/drawingml/2006/main" prst="rect">
            <a:avLst/>
          </a:prstGeom>
        </p:spPr>
      </p:pic>
      <p:sp>
        <p:nvSpPr>
          <p:cNvPr id="8" name="A personal roadmap">
            <a:extLst xmlns:a="http://schemas.openxmlformats.org/drawingml/2006/main">
              <a:ext uri="{FF2B5EF4-FFF2-40B4-BE49-F238E27FC236}">
                <a16:creationId xmlns:a16="http://schemas.microsoft.com/office/drawing/2014/main" id="{F73AD39E-4231-4AEB-8498-6F9944DA376E}"/>
              </a:ext>
            </a:extLst>
          </p:cNvPr>
          <p:cNvSpPr>
            <a:spLocks xmlns:a="http://schemas.openxmlformats.org/drawingml/2006/main" noGrp="1"/>
          </p:cNvSpPr>
          <p:nvPr/>
        </p:nvSpPr>
        <p:spPr>
          <a:xfrm xmlns:a="http://schemas.openxmlformats.org/drawingml/2006/main">
            <a:off x="609600" y="27241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963D50"/>
                </a:solidFill>
                <a:latin typeface="Sora"/>
                <a:ea typeface="Sora"/>
                <a:cs typeface="Sora"/>
              </a:defRPr>
            </a:defPPr>
            <a:lvl1pPr>
              <a:defRPr sz="2100" b="1">
                <a:solidFill>
                  <a:srgbClr val="963D50"/>
                </a:solidFill>
                <a:latin typeface="Sora"/>
                <a:ea typeface="Sora"/>
                <a:cs typeface="Sora"/>
              </a:defRPr>
            </a:lvl1pPr>
            <a:lvl2pPr>
              <a:defRPr sz="2100" b="1">
                <a:solidFill>
                  <a:srgbClr val="963D50"/>
                </a:solidFill>
                <a:latin typeface="Sora"/>
                <a:ea typeface="Sora"/>
                <a:cs typeface="Sora"/>
              </a:defRPr>
            </a:lvl2pPr>
            <a:lvl3pPr>
              <a:defRPr sz="2100" b="1">
                <a:solidFill>
                  <a:srgbClr val="963D50"/>
                </a:solidFill>
                <a:latin typeface="Sora"/>
                <a:ea typeface="Sora"/>
                <a:cs typeface="Sora"/>
              </a:defRPr>
            </a:lvl3pPr>
            <a:lvl4pPr>
              <a:defRPr sz="2100" b="1">
                <a:solidFill>
                  <a:srgbClr val="963D50"/>
                </a:solidFill>
                <a:latin typeface="Sora"/>
                <a:ea typeface="Sora"/>
                <a:cs typeface="Sora"/>
              </a:defRPr>
            </a:lvl4pPr>
            <a:lvl5pPr>
              <a:defRPr sz="2100" b="1">
                <a:solidFill>
                  <a:srgbClr val="963D50"/>
                </a:solidFill>
                <a:latin typeface="Sora"/>
                <a:ea typeface="Sora"/>
                <a:cs typeface="Sora"/>
              </a:defRPr>
            </a:lvl5pPr>
            <a:lvl6pPr>
              <a:defRPr sz="2100" b="1">
                <a:solidFill>
                  <a:srgbClr val="963D50"/>
                </a:solidFill>
                <a:latin typeface="Sora"/>
                <a:ea typeface="Sora"/>
                <a:cs typeface="Sora"/>
              </a:defRPr>
            </a:lvl6pPr>
            <a:lvl7pPr>
              <a:defRPr sz="2100" b="1">
                <a:solidFill>
                  <a:srgbClr val="963D50"/>
                </a:solidFill>
                <a:latin typeface="Sora"/>
                <a:ea typeface="Sora"/>
                <a:cs typeface="Sora"/>
              </a:defRPr>
            </a:lvl7pPr>
            <a:lvl8pPr>
              <a:defRPr sz="2100" b="1">
                <a:solidFill>
                  <a:srgbClr val="963D50"/>
                </a:solidFill>
                <a:latin typeface="Sora"/>
                <a:ea typeface="Sora"/>
                <a:cs typeface="Sora"/>
              </a:defRPr>
            </a:lvl8pPr>
            <a:lvl9pPr>
              <a:defRPr sz="2100" b="1">
                <a:solidFill>
                  <a:srgbClr val="963D50"/>
                </a:solidFill>
                <a:latin typeface="Sora"/>
                <a:ea typeface="Sora"/>
                <a:cs typeface="Sora"/>
              </a:defRPr>
            </a:lvl9pPr>
          </a:lstStyle>
          <a:p xmlns:a="http://schemas.openxmlformats.org/drawingml/2006/main">
            <a:pPr>
              <a:defRPr sz="2100" b="1">
                <a:solidFill>
                  <a:srgbClr val="963D50"/>
                </a:solidFill>
                <a:latin typeface="Sora"/>
                <a:ea typeface="Sora"/>
                <a:cs typeface="Sora"/>
              </a:defRPr>
            </a:pPr>
            <a:r>
              <a:rPr sz="2100" b="1">
                <a:solidFill>
                  <a:srgbClr val="963D50"/>
                </a:solidFill>
                <a:latin typeface="Sora"/>
                <a:ea typeface="Sora"/>
                <a:cs typeface="Sora"/>
              </a:rPr>
              <a:t>A personal roadmap</a:t>
            </a:r>
          </a:p>
        </p:txBody>
      </p:sp>
      <p:sp>
        <p:nvSpPr>
          <p:cNvPr id="9" name="Short lessons&#10;and practice">
            <a:extLst xmlns:a="http://schemas.openxmlformats.org/drawingml/2006/main">
              <a:ext uri="{FF2B5EF4-FFF2-40B4-BE49-F238E27FC236}">
                <a16:creationId xmlns:a16="http://schemas.microsoft.com/office/drawing/2014/main" id="{BF225D29-416D-46A2-95FC-ECDAE727D599}"/>
              </a:ext>
            </a:extLst>
          </p:cNvPr>
          <p:cNvSpPr>
            <a:spLocks xmlns:a="http://schemas.openxmlformats.org/drawingml/2006/main" noGrp="1"/>
          </p:cNvSpPr>
          <p:nvPr/>
        </p:nvSpPr>
        <p:spPr>
          <a:xfrm xmlns:a="http://schemas.openxmlformats.org/drawingml/2006/main">
            <a:off x="609600" y="36385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181B"/>
                </a:solidFill>
                <a:latin typeface="Plus Jakarta Sans"/>
                <a:ea typeface="Plus Jakarta Sans"/>
                <a:cs typeface="Plus Jakarta Sans"/>
              </a:defRPr>
            </a:defPPr>
            <a:lvl1pPr>
              <a:defRPr sz="1875" b="0">
                <a:solidFill>
                  <a:srgbClr val="18181B"/>
                </a:solidFill>
                <a:latin typeface="Plus Jakarta Sans"/>
                <a:ea typeface="Plus Jakarta Sans"/>
                <a:cs typeface="Plus Jakarta Sans"/>
              </a:defRPr>
            </a:lvl1pPr>
            <a:lvl2pPr>
              <a:defRPr sz="1875" b="0">
                <a:solidFill>
                  <a:srgbClr val="18181B"/>
                </a:solidFill>
                <a:latin typeface="Plus Jakarta Sans"/>
                <a:ea typeface="Plus Jakarta Sans"/>
                <a:cs typeface="Plus Jakarta Sans"/>
              </a:defRPr>
            </a:lvl2pPr>
            <a:lvl3pPr>
              <a:defRPr sz="1875" b="0">
                <a:solidFill>
                  <a:srgbClr val="18181B"/>
                </a:solidFill>
                <a:latin typeface="Plus Jakarta Sans"/>
                <a:ea typeface="Plus Jakarta Sans"/>
                <a:cs typeface="Plus Jakarta Sans"/>
              </a:defRPr>
            </a:lvl3pPr>
            <a:lvl4pPr>
              <a:defRPr sz="1875" b="0">
                <a:solidFill>
                  <a:srgbClr val="18181B"/>
                </a:solidFill>
                <a:latin typeface="Plus Jakarta Sans"/>
                <a:ea typeface="Plus Jakarta Sans"/>
                <a:cs typeface="Plus Jakarta Sans"/>
              </a:defRPr>
            </a:lvl4pPr>
            <a:lvl5pPr>
              <a:defRPr sz="1875" b="0">
                <a:solidFill>
                  <a:srgbClr val="18181B"/>
                </a:solidFill>
                <a:latin typeface="Plus Jakarta Sans"/>
                <a:ea typeface="Plus Jakarta Sans"/>
                <a:cs typeface="Plus Jakarta Sans"/>
              </a:defRPr>
            </a:lvl5pPr>
            <a:lvl6pPr>
              <a:defRPr sz="1875" b="0">
                <a:solidFill>
                  <a:srgbClr val="18181B"/>
                </a:solidFill>
                <a:latin typeface="Plus Jakarta Sans"/>
                <a:ea typeface="Plus Jakarta Sans"/>
                <a:cs typeface="Plus Jakarta Sans"/>
              </a:defRPr>
            </a:lvl6pPr>
            <a:lvl7pPr>
              <a:defRPr sz="1875" b="0">
                <a:solidFill>
                  <a:srgbClr val="18181B"/>
                </a:solidFill>
                <a:latin typeface="Plus Jakarta Sans"/>
                <a:ea typeface="Plus Jakarta Sans"/>
                <a:cs typeface="Plus Jakarta Sans"/>
              </a:defRPr>
            </a:lvl7pPr>
            <a:lvl8pPr>
              <a:defRPr sz="1875" b="0">
                <a:solidFill>
                  <a:srgbClr val="18181B"/>
                </a:solidFill>
                <a:latin typeface="Plus Jakarta Sans"/>
                <a:ea typeface="Plus Jakarta Sans"/>
                <a:cs typeface="Plus Jakarta Sans"/>
              </a:defRPr>
            </a:lvl8pPr>
            <a:lvl9pPr>
              <a:defRPr sz="1875" b="0">
                <a:solidFill>
                  <a:srgbClr val="18181B"/>
                </a:solidFill>
                <a:latin typeface="Plus Jakarta Sans"/>
                <a:ea typeface="Plus Jakarta Sans"/>
                <a:cs typeface="Plus Jakarta Sans"/>
              </a:defRPr>
            </a:lvl9pPr>
          </a:lstStyle>
          <a:p xmlns:a="http://schemas.openxmlformats.org/drawingml/2006/main">
            <a:pPr>
              <a:defRPr sz="1875" b="0">
                <a:solidFill>
                  <a:srgbClr val="18181B"/>
                </a:solidFill>
                <a:latin typeface="Plus Jakarta Sans"/>
                <a:ea typeface="Plus Jakarta Sans"/>
                <a:cs typeface="Plus Jakarta Sans"/>
              </a:defRPr>
            </a:pPr>
            <a:r>
              <a:rPr sz="1875" b="0">
                <a:solidFill>
                  <a:srgbClr val="18181B"/>
                </a:solidFill>
                <a:latin typeface="Plus Jakarta Sans"/>
                <a:ea typeface="Plus Jakarta Sans"/>
                <a:cs typeface="Plus Jakarta Sans"/>
              </a:rPr>
              <a:t>Short lessons</a:t>
            </a:r>
          </a:p>
          <a:p xmlns:a="http://schemas.openxmlformats.org/drawingml/2006/main">
            <a:pPr>
              <a:defRPr sz="1875" b="0">
                <a:solidFill>
                  <a:srgbClr val="18181B"/>
                </a:solidFill>
                <a:latin typeface="Plus Jakarta Sans"/>
                <a:ea typeface="Plus Jakarta Sans"/>
                <a:cs typeface="Plus Jakarta Sans"/>
              </a:defRPr>
            </a:pPr>
            <a:r>
              <a:rPr sz="1875" b="0">
                <a:solidFill>
                  <a:srgbClr val="18181B"/>
                </a:solidFill>
                <a:latin typeface="Plus Jakarta Sans"/>
                <a:ea typeface="Plus Jakarta Sans"/>
                <a:cs typeface="Plus Jakarta Sans"/>
              </a:rPr>
              <a:t>and practice</a:t>
            </a:r>
          </a:p>
        </p:txBody>
      </p:sp>
      <p:sp>
        <p:nvSpPr>
          <p:cNvPr id="10" name="A certificate unlocks&#10;company challenges">
            <a:extLst xmlns:a="http://schemas.openxmlformats.org/drawingml/2006/main">
              <a:ext uri="{FF2B5EF4-FFF2-40B4-BE49-F238E27FC236}">
                <a16:creationId xmlns:a16="http://schemas.microsoft.com/office/drawing/2014/main" id="{DE9CEA48-DC21-43FD-9F1C-A6302FEA14F3}"/>
              </a:ext>
            </a:extLst>
          </p:cNvPr>
          <p:cNvSpPr>
            <a:spLocks xmlns:a="http://schemas.openxmlformats.org/drawingml/2006/main" noGrp="1"/>
          </p:cNvSpPr>
          <p:nvPr/>
        </p:nvSpPr>
        <p:spPr>
          <a:xfrm xmlns:a="http://schemas.openxmlformats.org/drawingml/2006/main">
            <a:off x="609600" y="4705350"/>
            <a:ext cx="266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181B"/>
                </a:solidFill>
                <a:latin typeface="Plus Jakarta Sans"/>
                <a:ea typeface="Plus Jakarta Sans"/>
                <a:cs typeface="Plus Jakarta Sans"/>
              </a:defRPr>
            </a:defPPr>
            <a:lvl1pPr>
              <a:defRPr sz="1875" b="0">
                <a:solidFill>
                  <a:srgbClr val="18181B"/>
                </a:solidFill>
                <a:latin typeface="Plus Jakarta Sans"/>
                <a:ea typeface="Plus Jakarta Sans"/>
                <a:cs typeface="Plus Jakarta Sans"/>
              </a:defRPr>
            </a:lvl1pPr>
            <a:lvl2pPr>
              <a:defRPr sz="1875" b="0">
                <a:solidFill>
                  <a:srgbClr val="18181B"/>
                </a:solidFill>
                <a:latin typeface="Plus Jakarta Sans"/>
                <a:ea typeface="Plus Jakarta Sans"/>
                <a:cs typeface="Plus Jakarta Sans"/>
              </a:defRPr>
            </a:lvl2pPr>
            <a:lvl3pPr>
              <a:defRPr sz="1875" b="0">
                <a:solidFill>
                  <a:srgbClr val="18181B"/>
                </a:solidFill>
                <a:latin typeface="Plus Jakarta Sans"/>
                <a:ea typeface="Plus Jakarta Sans"/>
                <a:cs typeface="Plus Jakarta Sans"/>
              </a:defRPr>
            </a:lvl3pPr>
            <a:lvl4pPr>
              <a:defRPr sz="1875" b="0">
                <a:solidFill>
                  <a:srgbClr val="18181B"/>
                </a:solidFill>
                <a:latin typeface="Plus Jakarta Sans"/>
                <a:ea typeface="Plus Jakarta Sans"/>
                <a:cs typeface="Plus Jakarta Sans"/>
              </a:defRPr>
            </a:lvl4pPr>
            <a:lvl5pPr>
              <a:defRPr sz="1875" b="0">
                <a:solidFill>
                  <a:srgbClr val="18181B"/>
                </a:solidFill>
                <a:latin typeface="Plus Jakarta Sans"/>
                <a:ea typeface="Plus Jakarta Sans"/>
                <a:cs typeface="Plus Jakarta Sans"/>
              </a:defRPr>
            </a:lvl5pPr>
            <a:lvl6pPr>
              <a:defRPr sz="1875" b="0">
                <a:solidFill>
                  <a:srgbClr val="18181B"/>
                </a:solidFill>
                <a:latin typeface="Plus Jakarta Sans"/>
                <a:ea typeface="Plus Jakarta Sans"/>
                <a:cs typeface="Plus Jakarta Sans"/>
              </a:defRPr>
            </a:lvl6pPr>
            <a:lvl7pPr>
              <a:defRPr sz="1875" b="0">
                <a:solidFill>
                  <a:srgbClr val="18181B"/>
                </a:solidFill>
                <a:latin typeface="Plus Jakarta Sans"/>
                <a:ea typeface="Plus Jakarta Sans"/>
                <a:cs typeface="Plus Jakarta Sans"/>
              </a:defRPr>
            </a:lvl7pPr>
            <a:lvl8pPr>
              <a:defRPr sz="1875" b="0">
                <a:solidFill>
                  <a:srgbClr val="18181B"/>
                </a:solidFill>
                <a:latin typeface="Plus Jakarta Sans"/>
                <a:ea typeface="Plus Jakarta Sans"/>
                <a:cs typeface="Plus Jakarta Sans"/>
              </a:defRPr>
            </a:lvl8pPr>
            <a:lvl9pPr>
              <a:defRPr sz="1875" b="0">
                <a:solidFill>
                  <a:srgbClr val="18181B"/>
                </a:solidFill>
                <a:latin typeface="Plus Jakarta Sans"/>
                <a:ea typeface="Plus Jakarta Sans"/>
                <a:cs typeface="Plus Jakarta Sans"/>
              </a:defRPr>
            </a:lvl9pPr>
          </a:lstStyle>
          <a:p xmlns:a="http://schemas.openxmlformats.org/drawingml/2006/main">
            <a:pPr>
              <a:defRPr sz="1875" b="0">
                <a:solidFill>
                  <a:srgbClr val="18181B"/>
                </a:solidFill>
                <a:latin typeface="Plus Jakarta Sans"/>
                <a:ea typeface="Plus Jakarta Sans"/>
                <a:cs typeface="Plus Jakarta Sans"/>
              </a:defRPr>
            </a:pPr>
            <a:r>
              <a:rPr sz="1875" b="0">
                <a:solidFill>
                  <a:srgbClr val="18181B"/>
                </a:solidFill>
                <a:latin typeface="Plus Jakarta Sans"/>
                <a:ea typeface="Plus Jakarta Sans"/>
                <a:cs typeface="Plus Jakarta Sans"/>
              </a:rPr>
              <a:t>A certificate unlocks</a:t>
            </a:r>
          </a:p>
          <a:p xmlns:a="http://schemas.openxmlformats.org/drawingml/2006/main">
            <a:pPr>
              <a:defRPr sz="1875" b="0">
                <a:solidFill>
                  <a:srgbClr val="18181B"/>
                </a:solidFill>
                <a:latin typeface="Plus Jakarta Sans"/>
                <a:ea typeface="Plus Jakarta Sans"/>
                <a:cs typeface="Plus Jakarta Sans"/>
              </a:defRPr>
            </a:pPr>
            <a:r>
              <a:rPr sz="1875" b="0">
                <a:solidFill>
                  <a:srgbClr val="18181B"/>
                </a:solidFill>
                <a:latin typeface="Plus Jakarta Sans"/>
                <a:ea typeface="Plus Jakarta Sans"/>
                <a:cs typeface="Plus Jakarta Sans"/>
              </a:rPr>
              <a:t>company challenges</a:t>
            </a:r>
          </a:p>
        </p:txBody>
      </p:sp>
      <p:sp>
        <p:nvSpPr>
          <p:cNvPr id="11" name="Learner demo">
            <a:extLst xmlns:a="http://schemas.openxmlformats.org/drawingml/2006/main">
              <a:ext uri="{FF2B5EF4-FFF2-40B4-BE49-F238E27FC236}">
                <a16:creationId xmlns:a16="http://schemas.microsoft.com/office/drawing/2014/main" id="{EAA17461-F063-4C1E-9DCE-57C93BF3A787}"/>
              </a:ext>
            </a:extLst>
          </p:cNvPr>
          <p:cNvSpPr>
            <a:spLocks xmlns:a="http://schemas.openxmlformats.org/drawingml/2006/main" noGrp="1"/>
          </p:cNvSpPr>
          <p:nvPr/>
        </p:nvSpPr>
        <p:spPr>
          <a:xfrm xmlns:a="http://schemas.openxmlformats.org/drawingml/2006/main">
            <a:off x="609600" y="59436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963D50"/>
                </a:solidFill>
                <a:latin typeface="Plus Jakarta Sans"/>
                <a:ea typeface="Plus Jakarta Sans"/>
                <a:cs typeface="Plus Jakarta Sans"/>
              </a:defRPr>
            </a:defPPr>
            <a:lvl1pPr>
              <a:defRPr sz="1350" b="1">
                <a:solidFill>
                  <a:srgbClr val="963D50"/>
                </a:solidFill>
                <a:latin typeface="Plus Jakarta Sans"/>
                <a:ea typeface="Plus Jakarta Sans"/>
                <a:cs typeface="Plus Jakarta Sans"/>
              </a:defRPr>
            </a:lvl1pPr>
            <a:lvl2pPr>
              <a:defRPr sz="1350" b="1">
                <a:solidFill>
                  <a:srgbClr val="963D50"/>
                </a:solidFill>
                <a:latin typeface="Plus Jakarta Sans"/>
                <a:ea typeface="Plus Jakarta Sans"/>
                <a:cs typeface="Plus Jakarta Sans"/>
              </a:defRPr>
            </a:lvl2pPr>
            <a:lvl3pPr>
              <a:defRPr sz="1350" b="1">
                <a:solidFill>
                  <a:srgbClr val="963D50"/>
                </a:solidFill>
                <a:latin typeface="Plus Jakarta Sans"/>
                <a:ea typeface="Plus Jakarta Sans"/>
                <a:cs typeface="Plus Jakarta Sans"/>
              </a:defRPr>
            </a:lvl3pPr>
            <a:lvl4pPr>
              <a:defRPr sz="1350" b="1">
                <a:solidFill>
                  <a:srgbClr val="963D50"/>
                </a:solidFill>
                <a:latin typeface="Plus Jakarta Sans"/>
                <a:ea typeface="Plus Jakarta Sans"/>
                <a:cs typeface="Plus Jakarta Sans"/>
              </a:defRPr>
            </a:lvl4pPr>
            <a:lvl5pPr>
              <a:defRPr sz="1350" b="1">
                <a:solidFill>
                  <a:srgbClr val="963D50"/>
                </a:solidFill>
                <a:latin typeface="Plus Jakarta Sans"/>
                <a:ea typeface="Plus Jakarta Sans"/>
                <a:cs typeface="Plus Jakarta Sans"/>
              </a:defRPr>
            </a:lvl5pPr>
            <a:lvl6pPr>
              <a:defRPr sz="1350" b="1">
                <a:solidFill>
                  <a:srgbClr val="963D50"/>
                </a:solidFill>
                <a:latin typeface="Plus Jakarta Sans"/>
                <a:ea typeface="Plus Jakarta Sans"/>
                <a:cs typeface="Plus Jakarta Sans"/>
              </a:defRPr>
            </a:lvl6pPr>
            <a:lvl7pPr>
              <a:defRPr sz="1350" b="1">
                <a:solidFill>
                  <a:srgbClr val="963D50"/>
                </a:solidFill>
                <a:latin typeface="Plus Jakarta Sans"/>
                <a:ea typeface="Plus Jakarta Sans"/>
                <a:cs typeface="Plus Jakarta Sans"/>
              </a:defRPr>
            </a:lvl7pPr>
            <a:lvl8pPr>
              <a:defRPr sz="1350" b="1">
                <a:solidFill>
                  <a:srgbClr val="963D50"/>
                </a:solidFill>
                <a:latin typeface="Plus Jakarta Sans"/>
                <a:ea typeface="Plus Jakarta Sans"/>
                <a:cs typeface="Plus Jakarta Sans"/>
              </a:defRPr>
            </a:lvl8pPr>
            <a:lvl9pPr>
              <a:defRPr sz="1350" b="1">
                <a:solidFill>
                  <a:srgbClr val="963D50"/>
                </a:solidFill>
                <a:latin typeface="Plus Jakarta Sans"/>
                <a:ea typeface="Plus Jakarta Sans"/>
                <a:cs typeface="Plus Jakarta Sans"/>
              </a:defRPr>
            </a:lvl9pPr>
          </a:lstStyle>
          <a:p xmlns:a="http://schemas.openxmlformats.org/drawingml/2006/main">
            <a:pPr>
              <a:defRPr sz="1350" b="1">
                <a:solidFill>
                  <a:srgbClr val="963D50"/>
                </a:solidFill>
                <a:latin typeface="Plus Jakarta Sans"/>
                <a:ea typeface="Plus Jakarta Sans"/>
                <a:cs typeface="Plus Jakarta Sans"/>
              </a:defRPr>
            </a:pPr>
            <a:r>
              <a:rPr sz="1350" b="1">
                <a:solidFill>
                  <a:srgbClr val="963D50"/>
                </a:solidFill>
                <a:latin typeface="Plus Jakarta Sans"/>
                <a:ea typeface="Plus Jakarta Sans"/>
                <a:cs typeface="Plus Jakarta Sans"/>
              </a:rPr>
              <a:t>Learner demo</a:t>
            </a:r>
          </a:p>
        </p:txBody>
      </p:sp>
    </p:spTree>
    <p:extLst>
      <p:ext uri="{BB962C8B-B14F-4D97-AF65-F5344CB8AC3E}">
        <p14:creationId xmlns:p14="http://schemas.microsoft.com/office/powerpoint/2010/main" val="1903098872"/>
      </p:ext>
    </p:extLst>
  </p:cSld>
</p:sld>
</file>

<file path=ppt/slides/slide5.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83C41B8-6D6D-426E-832D-BCBC9578A893}"/>
              </a:ext>
            </a:extLst>
          </p:cNvPr>
          <p:cNvPicPr>
            <a:picLocks xmlns:a="http://schemas.openxmlformats.org/drawingml/2006/main" noChangeAspect="1"/>
          </p:cNvPicPr>
          <p:nvPr/>
        </p:nvPicPr>
        <p:blipFill>
          <a:blip xmlns:r="http://schemas.openxmlformats.org/officeDocument/2006/relationships" xmlns:a="http://schemas.openxmlformats.org/drawingml/2006/main" r:embed="Rcea9f3ea7c04496c"/>
          <a:stretch xmlns:a="http://schemas.openxmlformats.org/drawingml/2006/main"/>
        </p:blipFill>
        <p:spPr>
          <a:xfrm xmlns:a="http://schemas.openxmlformats.org/drawingml/2006/main">
            <a:off x="533400" y="351246"/>
            <a:ext cx="333375" cy="297634"/>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FD75C294-17EE-4097-B989-5D1BDC2ACD18}"/>
              </a:ext>
            </a:extLst>
          </p:cNvPr>
          <p:cNvPicPr>
            <a:picLocks xmlns:a="http://schemas.openxmlformats.org/drawingml/2006/main" noChangeAspect="1"/>
          </p:cNvPicPr>
          <p:nvPr/>
        </p:nvPicPr>
        <p:blipFill>
          <a:blip xmlns:r="http://schemas.openxmlformats.org/officeDocument/2006/relationships" xmlns:a="http://schemas.openxmlformats.org/drawingml/2006/main" r:embed="R5e6331c70c214dbf"/>
          <a:stretch xmlns:a="http://schemas.openxmlformats.org/drawingml/2006/main"/>
        </p:blipFill>
        <p:spPr>
          <a:xfrm xmlns:a="http://schemas.openxmlformats.org/drawingml/2006/main">
            <a:off x="984148" y="419100"/>
            <a:ext cx="1327355" cy="238125"/>
          </a:xfrm>
          <a:prstGeom xmlns:a="http://schemas.openxmlformats.org/drawingml/2006/main" prst="rect">
            <a:avLst/>
          </a:prstGeom>
        </p:spPr>
      </p:pic>
      <p:sp>
        <p:nvSpPr>
          <p:cNvPr id="4" name="05">
            <a:extLst xmlns:a="http://schemas.openxmlformats.org/drawingml/2006/main">
              <a:ext uri="{FF2B5EF4-FFF2-40B4-BE49-F238E27FC236}">
                <a16:creationId xmlns:a16="http://schemas.microsoft.com/office/drawing/2014/main" id="{E34EB180-A622-4101-A26B-B54C63FF1347}"/>
              </a:ext>
            </a:extLst>
          </p:cNvPr>
          <p:cNvSpPr>
            <a:spLocks xmlns:a="http://schemas.openxmlformats.org/drawingml/2006/main" noGrp="1"/>
          </p:cNvSpPr>
          <p:nvPr/>
        </p:nvSpPr>
        <p:spPr>
          <a:xfrm xmlns:a="http://schemas.openxmlformats.org/drawingml/2006/main">
            <a:off x="11087100" y="62103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716B70"/>
                </a:solidFill>
                <a:latin typeface="Plus Jakarta Sans"/>
                <a:ea typeface="Plus Jakarta Sans"/>
                <a:cs typeface="Plus Jakarta Sans"/>
              </a:defRPr>
            </a:defPPr>
            <a:lvl1pPr>
              <a:defRPr sz="1050" b="0">
                <a:solidFill>
                  <a:srgbClr val="716B70"/>
                </a:solidFill>
                <a:latin typeface="Plus Jakarta Sans"/>
                <a:ea typeface="Plus Jakarta Sans"/>
                <a:cs typeface="Plus Jakarta Sans"/>
              </a:defRPr>
            </a:lvl1pPr>
            <a:lvl2pPr>
              <a:defRPr sz="1050" b="0">
                <a:solidFill>
                  <a:srgbClr val="716B70"/>
                </a:solidFill>
                <a:latin typeface="Plus Jakarta Sans"/>
                <a:ea typeface="Plus Jakarta Sans"/>
                <a:cs typeface="Plus Jakarta Sans"/>
              </a:defRPr>
            </a:lvl2pPr>
            <a:lvl3pPr>
              <a:defRPr sz="1050" b="0">
                <a:solidFill>
                  <a:srgbClr val="716B70"/>
                </a:solidFill>
                <a:latin typeface="Plus Jakarta Sans"/>
                <a:ea typeface="Plus Jakarta Sans"/>
                <a:cs typeface="Plus Jakarta Sans"/>
              </a:defRPr>
            </a:lvl3pPr>
            <a:lvl4pPr>
              <a:defRPr sz="1050" b="0">
                <a:solidFill>
                  <a:srgbClr val="716B70"/>
                </a:solidFill>
                <a:latin typeface="Plus Jakarta Sans"/>
                <a:ea typeface="Plus Jakarta Sans"/>
                <a:cs typeface="Plus Jakarta Sans"/>
              </a:defRPr>
            </a:lvl4pPr>
            <a:lvl5pPr>
              <a:defRPr sz="1050" b="0">
                <a:solidFill>
                  <a:srgbClr val="716B70"/>
                </a:solidFill>
                <a:latin typeface="Plus Jakarta Sans"/>
                <a:ea typeface="Plus Jakarta Sans"/>
                <a:cs typeface="Plus Jakarta Sans"/>
              </a:defRPr>
            </a:lvl5pPr>
            <a:lvl6pPr>
              <a:defRPr sz="1050" b="0">
                <a:solidFill>
                  <a:srgbClr val="716B70"/>
                </a:solidFill>
                <a:latin typeface="Plus Jakarta Sans"/>
                <a:ea typeface="Plus Jakarta Sans"/>
                <a:cs typeface="Plus Jakarta Sans"/>
              </a:defRPr>
            </a:lvl6pPr>
            <a:lvl7pPr>
              <a:defRPr sz="1050" b="0">
                <a:solidFill>
                  <a:srgbClr val="716B70"/>
                </a:solidFill>
                <a:latin typeface="Plus Jakarta Sans"/>
                <a:ea typeface="Plus Jakarta Sans"/>
                <a:cs typeface="Plus Jakarta Sans"/>
              </a:defRPr>
            </a:lvl7pPr>
            <a:lvl8pPr>
              <a:defRPr sz="1050" b="0">
                <a:solidFill>
                  <a:srgbClr val="716B70"/>
                </a:solidFill>
                <a:latin typeface="Plus Jakarta Sans"/>
                <a:ea typeface="Plus Jakarta Sans"/>
                <a:cs typeface="Plus Jakarta Sans"/>
              </a:defRPr>
            </a:lvl8pPr>
            <a:lvl9pPr>
              <a:defRPr sz="1050" b="0">
                <a:solidFill>
                  <a:srgbClr val="716B70"/>
                </a:solidFill>
                <a:latin typeface="Plus Jakarta Sans"/>
                <a:ea typeface="Plus Jakarta Sans"/>
                <a:cs typeface="Plus Jakarta Sans"/>
              </a:defRPr>
            </a:lvl9pPr>
          </a:lstStyle>
          <a:p xmlns:a="http://schemas.openxmlformats.org/drawingml/2006/main">
            <a:pPr>
              <a:defRPr sz="1050" b="0">
                <a:solidFill>
                  <a:srgbClr val="716B70"/>
                </a:solidFill>
                <a:latin typeface="Plus Jakarta Sans"/>
                <a:ea typeface="Plus Jakarta Sans"/>
                <a:cs typeface="Plus Jakarta Sans"/>
              </a:defRPr>
            </a:pPr>
            <a:r>
              <a:rPr sz="1050" b="0">
                <a:solidFill>
                  <a:srgbClr val="716B70"/>
                </a:solidFill>
                <a:latin typeface="Plus Jakarta Sans"/>
                <a:ea typeface="Plus Jakarta Sans"/>
                <a:cs typeface="Plus Jakarta Sans"/>
              </a:rPr>
              <a:t>05</a:t>
            </a:r>
          </a:p>
        </p:txBody>
      </p:sp>
      <p:sp>
        <p:nvSpPr>
          <p:cNvPr id="5" name="Meet Cone Cone">
            <a:extLst xmlns:a="http://schemas.openxmlformats.org/drawingml/2006/main">
              <a:ext uri="{FF2B5EF4-FFF2-40B4-BE49-F238E27FC236}">
                <a16:creationId xmlns:a16="http://schemas.microsoft.com/office/drawing/2014/main" id="{AAAA7A38-8E0D-419F-B9B7-E6662B30E46C}"/>
              </a:ext>
            </a:extLst>
          </p:cNvPr>
          <p:cNvSpPr>
            <a:spLocks xmlns:a="http://schemas.openxmlformats.org/drawingml/2006/main" noGrp="1"/>
          </p:cNvSpPr>
          <p:nvPr/>
        </p:nvSpPr>
        <p:spPr>
          <a:xfrm xmlns:a="http://schemas.openxmlformats.org/drawingml/2006/main">
            <a:off x="609600" y="1028700"/>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8181B"/>
                </a:solidFill>
                <a:latin typeface="Sora"/>
                <a:ea typeface="Sora"/>
                <a:cs typeface="Sora"/>
              </a:defRPr>
            </a:defPPr>
            <a:lvl1pPr>
              <a:defRPr sz="3600" b="1">
                <a:solidFill>
                  <a:srgbClr val="18181B"/>
                </a:solidFill>
                <a:latin typeface="Sora"/>
                <a:ea typeface="Sora"/>
                <a:cs typeface="Sora"/>
              </a:defRPr>
            </a:lvl1pPr>
            <a:lvl2pPr>
              <a:defRPr sz="3600" b="1">
                <a:solidFill>
                  <a:srgbClr val="18181B"/>
                </a:solidFill>
                <a:latin typeface="Sora"/>
                <a:ea typeface="Sora"/>
                <a:cs typeface="Sora"/>
              </a:defRPr>
            </a:lvl2pPr>
            <a:lvl3pPr>
              <a:defRPr sz="3600" b="1">
                <a:solidFill>
                  <a:srgbClr val="18181B"/>
                </a:solidFill>
                <a:latin typeface="Sora"/>
                <a:ea typeface="Sora"/>
                <a:cs typeface="Sora"/>
              </a:defRPr>
            </a:lvl3pPr>
            <a:lvl4pPr>
              <a:defRPr sz="3600" b="1">
                <a:solidFill>
                  <a:srgbClr val="18181B"/>
                </a:solidFill>
                <a:latin typeface="Sora"/>
                <a:ea typeface="Sora"/>
                <a:cs typeface="Sora"/>
              </a:defRPr>
            </a:lvl4pPr>
            <a:lvl5pPr>
              <a:defRPr sz="3600" b="1">
                <a:solidFill>
                  <a:srgbClr val="18181B"/>
                </a:solidFill>
                <a:latin typeface="Sora"/>
                <a:ea typeface="Sora"/>
                <a:cs typeface="Sora"/>
              </a:defRPr>
            </a:lvl5pPr>
            <a:lvl6pPr>
              <a:defRPr sz="3600" b="1">
                <a:solidFill>
                  <a:srgbClr val="18181B"/>
                </a:solidFill>
                <a:latin typeface="Sora"/>
                <a:ea typeface="Sora"/>
                <a:cs typeface="Sora"/>
              </a:defRPr>
            </a:lvl6pPr>
            <a:lvl7pPr>
              <a:defRPr sz="3600" b="1">
                <a:solidFill>
                  <a:srgbClr val="18181B"/>
                </a:solidFill>
                <a:latin typeface="Sora"/>
                <a:ea typeface="Sora"/>
                <a:cs typeface="Sora"/>
              </a:defRPr>
            </a:lvl7pPr>
            <a:lvl8pPr>
              <a:defRPr sz="3600" b="1">
                <a:solidFill>
                  <a:srgbClr val="18181B"/>
                </a:solidFill>
                <a:latin typeface="Sora"/>
                <a:ea typeface="Sora"/>
                <a:cs typeface="Sora"/>
              </a:defRPr>
            </a:lvl8pPr>
            <a:lvl9pPr>
              <a:defRPr sz="3600" b="1">
                <a:solidFill>
                  <a:srgbClr val="18181B"/>
                </a:solidFill>
                <a:latin typeface="Sora"/>
                <a:ea typeface="Sora"/>
                <a:cs typeface="Sora"/>
              </a:defRPr>
            </a:lvl9pPr>
          </a:lstStyle>
          <a:p xmlns:a="http://schemas.openxmlformats.org/drawingml/2006/main">
            <a:pPr>
              <a:defRPr sz="3600" b="1">
                <a:solidFill>
                  <a:srgbClr val="18181B"/>
                </a:solidFill>
                <a:latin typeface="Sora"/>
                <a:ea typeface="Sora"/>
                <a:cs typeface="Sora"/>
              </a:defRPr>
            </a:pPr>
            <a:r>
              <a:rPr sz="3600" b="1">
                <a:solidFill>
                  <a:srgbClr val="18181B"/>
                </a:solidFill>
                <a:latin typeface="Sora"/>
                <a:ea typeface="Sora"/>
                <a:cs typeface="Sora"/>
              </a:rPr>
              <a:t>Meet Cone Cone</a:t>
            </a:r>
          </a:p>
        </p:txBody>
      </p:sp>
      <p:sp>
        <p:nvSpPr>
          <p:cNvPr id="6" name="He has a job&#10;that needs doing.">
            <a:extLst xmlns:a="http://schemas.openxmlformats.org/drawingml/2006/main">
              <a:ext uri="{FF2B5EF4-FFF2-40B4-BE49-F238E27FC236}">
                <a16:creationId xmlns:a16="http://schemas.microsoft.com/office/drawing/2014/main" id="{2205A67A-83FB-4E8C-B4F0-12BE9C66B5EB}"/>
              </a:ext>
            </a:extLst>
          </p:cNvPr>
          <p:cNvSpPr>
            <a:spLocks xmlns:a="http://schemas.openxmlformats.org/drawingml/2006/main" noGrp="1"/>
          </p:cNvSpPr>
          <p:nvPr/>
        </p:nvSpPr>
        <p:spPr>
          <a:xfrm xmlns:a="http://schemas.openxmlformats.org/drawingml/2006/main">
            <a:off x="609600" y="2333625"/>
            <a:ext cx="33813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963D50"/>
                </a:solidFill>
                <a:latin typeface="Sora"/>
                <a:ea typeface="Sora"/>
                <a:cs typeface="Sora"/>
              </a:defRPr>
            </a:defPPr>
            <a:lvl1pPr>
              <a:defRPr sz="2775" b="1">
                <a:solidFill>
                  <a:srgbClr val="963D50"/>
                </a:solidFill>
                <a:latin typeface="Sora"/>
                <a:ea typeface="Sora"/>
                <a:cs typeface="Sora"/>
              </a:defRPr>
            </a:lvl1pPr>
            <a:lvl2pPr>
              <a:defRPr sz="2775" b="1">
                <a:solidFill>
                  <a:srgbClr val="963D50"/>
                </a:solidFill>
                <a:latin typeface="Sora"/>
                <a:ea typeface="Sora"/>
                <a:cs typeface="Sora"/>
              </a:defRPr>
            </a:lvl2pPr>
            <a:lvl3pPr>
              <a:defRPr sz="2775" b="1">
                <a:solidFill>
                  <a:srgbClr val="963D50"/>
                </a:solidFill>
                <a:latin typeface="Sora"/>
                <a:ea typeface="Sora"/>
                <a:cs typeface="Sora"/>
              </a:defRPr>
            </a:lvl3pPr>
            <a:lvl4pPr>
              <a:defRPr sz="2775" b="1">
                <a:solidFill>
                  <a:srgbClr val="963D50"/>
                </a:solidFill>
                <a:latin typeface="Sora"/>
                <a:ea typeface="Sora"/>
                <a:cs typeface="Sora"/>
              </a:defRPr>
            </a:lvl4pPr>
            <a:lvl5pPr>
              <a:defRPr sz="2775" b="1">
                <a:solidFill>
                  <a:srgbClr val="963D50"/>
                </a:solidFill>
                <a:latin typeface="Sora"/>
                <a:ea typeface="Sora"/>
                <a:cs typeface="Sora"/>
              </a:defRPr>
            </a:lvl5pPr>
            <a:lvl6pPr>
              <a:defRPr sz="2775" b="1">
                <a:solidFill>
                  <a:srgbClr val="963D50"/>
                </a:solidFill>
                <a:latin typeface="Sora"/>
                <a:ea typeface="Sora"/>
                <a:cs typeface="Sora"/>
              </a:defRPr>
            </a:lvl6pPr>
            <a:lvl7pPr>
              <a:defRPr sz="2775" b="1">
                <a:solidFill>
                  <a:srgbClr val="963D50"/>
                </a:solidFill>
                <a:latin typeface="Sora"/>
                <a:ea typeface="Sora"/>
                <a:cs typeface="Sora"/>
              </a:defRPr>
            </a:lvl7pPr>
            <a:lvl8pPr>
              <a:defRPr sz="2775" b="1">
                <a:solidFill>
                  <a:srgbClr val="963D50"/>
                </a:solidFill>
                <a:latin typeface="Sora"/>
                <a:ea typeface="Sora"/>
                <a:cs typeface="Sora"/>
              </a:defRPr>
            </a:lvl8pPr>
            <a:lvl9pPr>
              <a:defRPr sz="2775" b="1">
                <a:solidFill>
                  <a:srgbClr val="963D50"/>
                </a:solidFill>
                <a:latin typeface="Sora"/>
                <a:ea typeface="Sora"/>
                <a:cs typeface="Sora"/>
              </a:defRPr>
            </a:lvl9pPr>
          </a:lstStyle>
          <a:p xmlns:a="http://schemas.openxmlformats.org/drawingml/2006/main">
            <a:pPr>
              <a:defRPr sz="2775" b="1">
                <a:solidFill>
                  <a:srgbClr val="963D50"/>
                </a:solidFill>
                <a:latin typeface="Sora"/>
                <a:ea typeface="Sora"/>
                <a:cs typeface="Sora"/>
              </a:defRPr>
            </a:pPr>
            <a:r>
              <a:rPr sz="2775" b="1">
                <a:solidFill>
                  <a:srgbClr val="963D50"/>
                </a:solidFill>
                <a:latin typeface="Sora"/>
                <a:ea typeface="Sora"/>
                <a:cs typeface="Sora"/>
              </a:rPr>
              <a:t>He has a job</a:t>
            </a:r>
          </a:p>
          <a:p xmlns:a="http://schemas.openxmlformats.org/drawingml/2006/main">
            <a:pPr>
              <a:defRPr sz="2775" b="1">
                <a:solidFill>
                  <a:srgbClr val="963D50"/>
                </a:solidFill>
                <a:latin typeface="Sora"/>
                <a:ea typeface="Sora"/>
                <a:cs typeface="Sora"/>
              </a:defRPr>
            </a:pPr>
            <a:r>
              <a:rPr sz="2775" b="1">
                <a:solidFill>
                  <a:srgbClr val="963D50"/>
                </a:solidFill>
                <a:latin typeface="Sora"/>
                <a:ea typeface="Sora"/>
                <a:cs typeface="Sora"/>
              </a:rPr>
              <a:t>that needs doing.</a:t>
            </a:r>
          </a:p>
        </p:txBody>
      </p:sp>
      <p:sp>
        <p:nvSpPr>
          <p:cNvPr id="7" name="ZinYaw can now show&#10;that she can do it.">
            <a:extLst xmlns:a="http://schemas.openxmlformats.org/drawingml/2006/main">
              <a:ext uri="{FF2B5EF4-FFF2-40B4-BE49-F238E27FC236}">
                <a16:creationId xmlns:a16="http://schemas.microsoft.com/office/drawing/2014/main" id="{5F994BE0-FC55-418E-9B0D-EAA68E554E93}"/>
              </a:ext>
            </a:extLst>
          </p:cNvPr>
          <p:cNvSpPr>
            <a:spLocks xmlns:a="http://schemas.openxmlformats.org/drawingml/2006/main" noGrp="1"/>
          </p:cNvSpPr>
          <p:nvPr/>
        </p:nvSpPr>
        <p:spPr>
          <a:xfrm xmlns:a="http://schemas.openxmlformats.org/drawingml/2006/main">
            <a:off x="609600" y="3990975"/>
            <a:ext cx="3381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716B70"/>
                </a:solidFill>
                <a:latin typeface="Plus Jakarta Sans"/>
                <a:ea typeface="Plus Jakarta Sans"/>
                <a:cs typeface="Plus Jakarta Sans"/>
              </a:defRPr>
            </a:defPPr>
            <a:lvl1pPr>
              <a:defRPr sz="2025" b="0">
                <a:solidFill>
                  <a:srgbClr val="716B70"/>
                </a:solidFill>
                <a:latin typeface="Plus Jakarta Sans"/>
                <a:ea typeface="Plus Jakarta Sans"/>
                <a:cs typeface="Plus Jakarta Sans"/>
              </a:defRPr>
            </a:lvl1pPr>
            <a:lvl2pPr>
              <a:defRPr sz="2025" b="0">
                <a:solidFill>
                  <a:srgbClr val="716B70"/>
                </a:solidFill>
                <a:latin typeface="Plus Jakarta Sans"/>
                <a:ea typeface="Plus Jakarta Sans"/>
                <a:cs typeface="Plus Jakarta Sans"/>
              </a:defRPr>
            </a:lvl2pPr>
            <a:lvl3pPr>
              <a:defRPr sz="2025" b="0">
                <a:solidFill>
                  <a:srgbClr val="716B70"/>
                </a:solidFill>
                <a:latin typeface="Plus Jakarta Sans"/>
                <a:ea typeface="Plus Jakarta Sans"/>
                <a:cs typeface="Plus Jakarta Sans"/>
              </a:defRPr>
            </a:lvl3pPr>
            <a:lvl4pPr>
              <a:defRPr sz="2025" b="0">
                <a:solidFill>
                  <a:srgbClr val="716B70"/>
                </a:solidFill>
                <a:latin typeface="Plus Jakarta Sans"/>
                <a:ea typeface="Plus Jakarta Sans"/>
                <a:cs typeface="Plus Jakarta Sans"/>
              </a:defRPr>
            </a:lvl4pPr>
            <a:lvl5pPr>
              <a:defRPr sz="2025" b="0">
                <a:solidFill>
                  <a:srgbClr val="716B70"/>
                </a:solidFill>
                <a:latin typeface="Plus Jakarta Sans"/>
                <a:ea typeface="Plus Jakarta Sans"/>
                <a:cs typeface="Plus Jakarta Sans"/>
              </a:defRPr>
            </a:lvl5pPr>
            <a:lvl6pPr>
              <a:defRPr sz="2025" b="0">
                <a:solidFill>
                  <a:srgbClr val="716B70"/>
                </a:solidFill>
                <a:latin typeface="Plus Jakarta Sans"/>
                <a:ea typeface="Plus Jakarta Sans"/>
                <a:cs typeface="Plus Jakarta Sans"/>
              </a:defRPr>
            </a:lvl6pPr>
            <a:lvl7pPr>
              <a:defRPr sz="2025" b="0">
                <a:solidFill>
                  <a:srgbClr val="716B70"/>
                </a:solidFill>
                <a:latin typeface="Plus Jakarta Sans"/>
                <a:ea typeface="Plus Jakarta Sans"/>
                <a:cs typeface="Plus Jakarta Sans"/>
              </a:defRPr>
            </a:lvl7pPr>
            <a:lvl8pPr>
              <a:defRPr sz="2025" b="0">
                <a:solidFill>
                  <a:srgbClr val="716B70"/>
                </a:solidFill>
                <a:latin typeface="Plus Jakarta Sans"/>
                <a:ea typeface="Plus Jakarta Sans"/>
                <a:cs typeface="Plus Jakarta Sans"/>
              </a:defRPr>
            </a:lvl8pPr>
            <a:lvl9pPr>
              <a:defRPr sz="2025" b="0">
                <a:solidFill>
                  <a:srgbClr val="716B70"/>
                </a:solidFill>
                <a:latin typeface="Plus Jakarta Sans"/>
                <a:ea typeface="Plus Jakarta Sans"/>
                <a:cs typeface="Plus Jakarta Sans"/>
              </a:defRPr>
            </a:lvl9pPr>
          </a:lstStyle>
          <a:p xmlns:a="http://schemas.openxmlformats.org/drawingml/2006/main">
            <a:pPr>
              <a:defRPr sz="2025" b="0">
                <a:solidFill>
                  <a:srgbClr val="716B70"/>
                </a:solidFill>
                <a:latin typeface="Plus Jakarta Sans"/>
                <a:ea typeface="Plus Jakarta Sans"/>
                <a:cs typeface="Plus Jakarta Sans"/>
              </a:defRPr>
            </a:pPr>
            <a:r>
              <a:rPr sz="2025" b="0">
                <a:solidFill>
                  <a:srgbClr val="716B70"/>
                </a:solidFill>
                <a:latin typeface="Plus Jakarta Sans"/>
                <a:ea typeface="Plus Jakarta Sans"/>
                <a:cs typeface="Plus Jakarta Sans"/>
              </a:rPr>
              <a:t>ZinYaw can now show</a:t>
            </a:r>
          </a:p>
          <a:p xmlns:a="http://schemas.openxmlformats.org/drawingml/2006/main">
            <a:pPr>
              <a:defRPr sz="2025" b="0">
                <a:solidFill>
                  <a:srgbClr val="716B70"/>
                </a:solidFill>
                <a:latin typeface="Plus Jakarta Sans"/>
                <a:ea typeface="Plus Jakarta Sans"/>
                <a:cs typeface="Plus Jakarta Sans"/>
              </a:defRPr>
            </a:pPr>
            <a:r>
              <a:rPr sz="2025" b="0">
                <a:solidFill>
                  <a:srgbClr val="716B70"/>
                </a:solidFill>
                <a:latin typeface="Plus Jakarta Sans"/>
                <a:ea typeface="Plus Jakarta Sans"/>
                <a:cs typeface="Plus Jakarta Sans"/>
              </a:rPr>
              <a:t>that she can do it.</a:t>
            </a:r>
          </a:p>
        </p:txBody>
      </p:sp>
      <p:pic>
        <p:nvPicPr>
          <p:cNvPr id="8" name="">
            <a:extLst xmlns:a="http://schemas.openxmlformats.org/drawingml/2006/main">
              <a:ext uri="{FF2B5EF4-FFF2-40B4-BE49-F238E27FC236}">
                <a16:creationId xmlns:a16="http://schemas.microsoft.com/office/drawing/2014/main" id="{C60576CF-52C2-4ACB-89C2-65288483DE8E}"/>
              </a:ext>
            </a:extLst>
          </p:cNvPr>
          <p:cNvPicPr>
            <a:picLocks xmlns:a="http://schemas.openxmlformats.org/drawingml/2006/main" noChangeAspect="1"/>
          </p:cNvPicPr>
          <p:nvPr/>
        </p:nvPicPr>
        <p:blipFill>
          <a:blip xmlns:r="http://schemas.openxmlformats.org/officeDocument/2006/relationships" xmlns:a="http://schemas.openxmlformats.org/drawingml/2006/main" r:embed="R327f0f59c2624fea"/>
          <a:stretch xmlns:a="http://schemas.openxmlformats.org/drawingml/2006/main"/>
        </p:blipFill>
        <p:spPr>
          <a:xfrm xmlns:a="http://schemas.openxmlformats.org/drawingml/2006/main">
            <a:off x="4200525" y="1906851"/>
            <a:ext cx="7524750" cy="4234922"/>
          </a:xfrm>
          <a:prstGeom xmlns:a="http://schemas.openxmlformats.org/drawingml/2006/main" prst="rect">
            <a:avLst/>
          </a:prstGeom>
        </p:spPr>
      </p:pic>
    </p:spTree>
    <p:extLst>
      <p:ext uri="{BB962C8B-B14F-4D97-AF65-F5344CB8AC3E}">
        <p14:creationId xmlns:p14="http://schemas.microsoft.com/office/powerpoint/2010/main" val="14174962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1AE59F7-B724-43E5-B657-C04650E8DCBF}"/>
              </a:ext>
            </a:extLst>
          </p:cNvPr>
          <p:cNvPicPr>
            <a:picLocks xmlns:a="http://schemas.openxmlformats.org/drawingml/2006/main" noChangeAspect="1"/>
          </p:cNvPicPr>
          <p:nvPr/>
        </p:nvPicPr>
        <p:blipFill>
          <a:blip xmlns:r="http://schemas.openxmlformats.org/officeDocument/2006/relationships" xmlns:a="http://schemas.openxmlformats.org/drawingml/2006/main" r:embed="R8581f94cff5940f8"/>
          <a:stretch xmlns:a="http://schemas.openxmlformats.org/drawingml/2006/main"/>
        </p:blipFill>
        <p:spPr>
          <a:xfrm xmlns:a="http://schemas.openxmlformats.org/drawingml/2006/main">
            <a:off x="533400" y="351246"/>
            <a:ext cx="333375" cy="297634"/>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FF30DA6D-2186-4F67-93B1-51E23814B136}"/>
              </a:ext>
            </a:extLst>
          </p:cNvPr>
          <p:cNvPicPr>
            <a:picLocks xmlns:a="http://schemas.openxmlformats.org/drawingml/2006/main" noChangeAspect="1"/>
          </p:cNvPicPr>
          <p:nvPr/>
        </p:nvPicPr>
        <p:blipFill>
          <a:blip xmlns:r="http://schemas.openxmlformats.org/officeDocument/2006/relationships" xmlns:a="http://schemas.openxmlformats.org/drawingml/2006/main" r:embed="R8b126a54c6f74d22"/>
          <a:stretch xmlns:a="http://schemas.openxmlformats.org/drawingml/2006/main"/>
        </p:blipFill>
        <p:spPr>
          <a:xfrm xmlns:a="http://schemas.openxmlformats.org/drawingml/2006/main">
            <a:off x="984148" y="419100"/>
            <a:ext cx="1327355" cy="238125"/>
          </a:xfrm>
          <a:prstGeom xmlns:a="http://schemas.openxmlformats.org/drawingml/2006/main" prst="rect">
            <a:avLst/>
          </a:prstGeom>
        </p:spPr>
      </p:pic>
      <p:sp>
        <p:nvSpPr>
          <p:cNvPr id="4" name="06">
            <a:extLst xmlns:a="http://schemas.openxmlformats.org/drawingml/2006/main">
              <a:ext uri="{FF2B5EF4-FFF2-40B4-BE49-F238E27FC236}">
                <a16:creationId xmlns:a16="http://schemas.microsoft.com/office/drawing/2014/main" id="{3B1782DE-8E45-4586-881D-7A315C191308}"/>
              </a:ext>
            </a:extLst>
          </p:cNvPr>
          <p:cNvSpPr>
            <a:spLocks xmlns:a="http://schemas.openxmlformats.org/drawingml/2006/main" noGrp="1"/>
          </p:cNvSpPr>
          <p:nvPr/>
        </p:nvSpPr>
        <p:spPr>
          <a:xfrm xmlns:a="http://schemas.openxmlformats.org/drawingml/2006/main">
            <a:off x="11087100" y="62103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716B70"/>
                </a:solidFill>
                <a:latin typeface="Plus Jakarta Sans"/>
                <a:ea typeface="Plus Jakarta Sans"/>
                <a:cs typeface="Plus Jakarta Sans"/>
              </a:defRPr>
            </a:defPPr>
            <a:lvl1pPr>
              <a:defRPr sz="1050" b="0">
                <a:solidFill>
                  <a:srgbClr val="716B70"/>
                </a:solidFill>
                <a:latin typeface="Plus Jakarta Sans"/>
                <a:ea typeface="Plus Jakarta Sans"/>
                <a:cs typeface="Plus Jakarta Sans"/>
              </a:defRPr>
            </a:lvl1pPr>
            <a:lvl2pPr>
              <a:defRPr sz="1050" b="0">
                <a:solidFill>
                  <a:srgbClr val="716B70"/>
                </a:solidFill>
                <a:latin typeface="Plus Jakarta Sans"/>
                <a:ea typeface="Plus Jakarta Sans"/>
                <a:cs typeface="Plus Jakarta Sans"/>
              </a:defRPr>
            </a:lvl2pPr>
            <a:lvl3pPr>
              <a:defRPr sz="1050" b="0">
                <a:solidFill>
                  <a:srgbClr val="716B70"/>
                </a:solidFill>
                <a:latin typeface="Plus Jakarta Sans"/>
                <a:ea typeface="Plus Jakarta Sans"/>
                <a:cs typeface="Plus Jakarta Sans"/>
              </a:defRPr>
            </a:lvl3pPr>
            <a:lvl4pPr>
              <a:defRPr sz="1050" b="0">
                <a:solidFill>
                  <a:srgbClr val="716B70"/>
                </a:solidFill>
                <a:latin typeface="Plus Jakarta Sans"/>
                <a:ea typeface="Plus Jakarta Sans"/>
                <a:cs typeface="Plus Jakarta Sans"/>
              </a:defRPr>
            </a:lvl4pPr>
            <a:lvl5pPr>
              <a:defRPr sz="1050" b="0">
                <a:solidFill>
                  <a:srgbClr val="716B70"/>
                </a:solidFill>
                <a:latin typeface="Plus Jakarta Sans"/>
                <a:ea typeface="Plus Jakarta Sans"/>
                <a:cs typeface="Plus Jakarta Sans"/>
              </a:defRPr>
            </a:lvl5pPr>
            <a:lvl6pPr>
              <a:defRPr sz="1050" b="0">
                <a:solidFill>
                  <a:srgbClr val="716B70"/>
                </a:solidFill>
                <a:latin typeface="Plus Jakarta Sans"/>
                <a:ea typeface="Plus Jakarta Sans"/>
                <a:cs typeface="Plus Jakarta Sans"/>
              </a:defRPr>
            </a:lvl6pPr>
            <a:lvl7pPr>
              <a:defRPr sz="1050" b="0">
                <a:solidFill>
                  <a:srgbClr val="716B70"/>
                </a:solidFill>
                <a:latin typeface="Plus Jakarta Sans"/>
                <a:ea typeface="Plus Jakarta Sans"/>
                <a:cs typeface="Plus Jakarta Sans"/>
              </a:defRPr>
            </a:lvl7pPr>
            <a:lvl8pPr>
              <a:defRPr sz="1050" b="0">
                <a:solidFill>
                  <a:srgbClr val="716B70"/>
                </a:solidFill>
                <a:latin typeface="Plus Jakarta Sans"/>
                <a:ea typeface="Plus Jakarta Sans"/>
                <a:cs typeface="Plus Jakarta Sans"/>
              </a:defRPr>
            </a:lvl8pPr>
            <a:lvl9pPr>
              <a:defRPr sz="1050" b="0">
                <a:solidFill>
                  <a:srgbClr val="716B70"/>
                </a:solidFill>
                <a:latin typeface="Plus Jakarta Sans"/>
                <a:ea typeface="Plus Jakarta Sans"/>
                <a:cs typeface="Plus Jakarta Sans"/>
              </a:defRPr>
            </a:lvl9pPr>
          </a:lstStyle>
          <a:p xmlns:a="http://schemas.openxmlformats.org/drawingml/2006/main">
            <a:pPr>
              <a:defRPr sz="1050" b="0">
                <a:solidFill>
                  <a:srgbClr val="716B70"/>
                </a:solidFill>
                <a:latin typeface="Plus Jakarta Sans"/>
                <a:ea typeface="Plus Jakarta Sans"/>
                <a:cs typeface="Plus Jakarta Sans"/>
              </a:defRPr>
            </a:pPr>
            <a:r>
              <a:rPr sz="1050" b="0">
                <a:solidFill>
                  <a:srgbClr val="716B70"/>
                </a:solidFill>
                <a:latin typeface="Plus Jakarta Sans"/>
                <a:ea typeface="Plus Jakarta Sans"/>
                <a:cs typeface="Plus Jakarta Sans"/>
              </a:rPr>
              <a:t>06</a:t>
            </a:r>
          </a:p>
        </p:txBody>
      </p:sp>
      <p:sp>
        <p:nvSpPr>
          <p:cNvPr id="5" name="The company journey">
            <a:extLst xmlns:a="http://schemas.openxmlformats.org/drawingml/2006/main">
              <a:ext uri="{FF2B5EF4-FFF2-40B4-BE49-F238E27FC236}">
                <a16:creationId xmlns:a16="http://schemas.microsoft.com/office/drawing/2014/main" id="{D7FDC393-5DE1-449E-9931-16D869E35649}"/>
              </a:ext>
            </a:extLst>
          </p:cNvPr>
          <p:cNvSpPr>
            <a:spLocks xmlns:a="http://schemas.openxmlformats.org/drawingml/2006/main" noGrp="1"/>
          </p:cNvSpPr>
          <p:nvPr/>
        </p:nvSpPr>
        <p:spPr>
          <a:xfrm xmlns:a="http://schemas.openxmlformats.org/drawingml/2006/main">
            <a:off x="609600" y="1009650"/>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8181B"/>
                </a:solidFill>
                <a:latin typeface="Sora"/>
                <a:ea typeface="Sora"/>
                <a:cs typeface="Sora"/>
              </a:defRPr>
            </a:defPPr>
            <a:lvl1pPr>
              <a:defRPr sz="3600" b="1">
                <a:solidFill>
                  <a:srgbClr val="18181B"/>
                </a:solidFill>
                <a:latin typeface="Sora"/>
                <a:ea typeface="Sora"/>
                <a:cs typeface="Sora"/>
              </a:defRPr>
            </a:lvl1pPr>
            <a:lvl2pPr>
              <a:defRPr sz="3600" b="1">
                <a:solidFill>
                  <a:srgbClr val="18181B"/>
                </a:solidFill>
                <a:latin typeface="Sora"/>
                <a:ea typeface="Sora"/>
                <a:cs typeface="Sora"/>
              </a:defRPr>
            </a:lvl2pPr>
            <a:lvl3pPr>
              <a:defRPr sz="3600" b="1">
                <a:solidFill>
                  <a:srgbClr val="18181B"/>
                </a:solidFill>
                <a:latin typeface="Sora"/>
                <a:ea typeface="Sora"/>
                <a:cs typeface="Sora"/>
              </a:defRPr>
            </a:lvl3pPr>
            <a:lvl4pPr>
              <a:defRPr sz="3600" b="1">
                <a:solidFill>
                  <a:srgbClr val="18181B"/>
                </a:solidFill>
                <a:latin typeface="Sora"/>
                <a:ea typeface="Sora"/>
                <a:cs typeface="Sora"/>
              </a:defRPr>
            </a:lvl4pPr>
            <a:lvl5pPr>
              <a:defRPr sz="3600" b="1">
                <a:solidFill>
                  <a:srgbClr val="18181B"/>
                </a:solidFill>
                <a:latin typeface="Sora"/>
                <a:ea typeface="Sora"/>
                <a:cs typeface="Sora"/>
              </a:defRPr>
            </a:lvl5pPr>
            <a:lvl6pPr>
              <a:defRPr sz="3600" b="1">
                <a:solidFill>
                  <a:srgbClr val="18181B"/>
                </a:solidFill>
                <a:latin typeface="Sora"/>
                <a:ea typeface="Sora"/>
                <a:cs typeface="Sora"/>
              </a:defRPr>
            </a:lvl6pPr>
            <a:lvl7pPr>
              <a:defRPr sz="3600" b="1">
                <a:solidFill>
                  <a:srgbClr val="18181B"/>
                </a:solidFill>
                <a:latin typeface="Sora"/>
                <a:ea typeface="Sora"/>
                <a:cs typeface="Sora"/>
              </a:defRPr>
            </a:lvl7pPr>
            <a:lvl8pPr>
              <a:defRPr sz="3600" b="1">
                <a:solidFill>
                  <a:srgbClr val="18181B"/>
                </a:solidFill>
                <a:latin typeface="Sora"/>
                <a:ea typeface="Sora"/>
                <a:cs typeface="Sora"/>
              </a:defRPr>
            </a:lvl8pPr>
            <a:lvl9pPr>
              <a:defRPr sz="3600" b="1">
                <a:solidFill>
                  <a:srgbClr val="18181B"/>
                </a:solidFill>
                <a:latin typeface="Sora"/>
                <a:ea typeface="Sora"/>
                <a:cs typeface="Sora"/>
              </a:defRPr>
            </a:lvl9pPr>
          </a:lstStyle>
          <a:p xmlns:a="http://schemas.openxmlformats.org/drawingml/2006/main">
            <a:pPr>
              <a:defRPr sz="3600" b="1">
                <a:solidFill>
                  <a:srgbClr val="18181B"/>
                </a:solidFill>
                <a:latin typeface="Sora"/>
                <a:ea typeface="Sora"/>
                <a:cs typeface="Sora"/>
              </a:defRPr>
            </a:pPr>
            <a:r>
              <a:rPr sz="3600" b="1">
                <a:solidFill>
                  <a:srgbClr val="18181B"/>
                </a:solidFill>
                <a:latin typeface="Sora"/>
                <a:ea typeface="Sora"/>
                <a:cs typeface="Sora"/>
              </a:rPr>
              <a:t>The company journey</a:t>
            </a:r>
          </a:p>
        </p:txBody>
      </p:sp>
      <p:sp>
        <p:nvSpPr>
          <p:cNvPr id="6" name="Real work gives companies something concrete to review.">
            <a:extLst xmlns:a="http://schemas.openxmlformats.org/drawingml/2006/main">
              <a:ext uri="{FF2B5EF4-FFF2-40B4-BE49-F238E27FC236}">
                <a16:creationId xmlns:a16="http://schemas.microsoft.com/office/drawing/2014/main" id="{BC26BD50-64EB-454E-BF46-6B9AA7BBB2C7}"/>
              </a:ext>
            </a:extLst>
          </p:cNvPr>
          <p:cNvSpPr>
            <a:spLocks xmlns:a="http://schemas.openxmlformats.org/drawingml/2006/main" noGrp="1"/>
          </p:cNvSpPr>
          <p:nvPr/>
        </p:nvSpPr>
        <p:spPr>
          <a:xfrm xmlns:a="http://schemas.openxmlformats.org/drawingml/2006/main">
            <a:off x="609600" y="184785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716B70"/>
                </a:solidFill>
                <a:latin typeface="Plus Jakarta Sans"/>
                <a:ea typeface="Plus Jakarta Sans"/>
                <a:cs typeface="Plus Jakarta Sans"/>
              </a:defRPr>
            </a:defPPr>
            <a:lvl1pPr>
              <a:defRPr sz="1800" b="0">
                <a:solidFill>
                  <a:srgbClr val="716B70"/>
                </a:solidFill>
                <a:latin typeface="Plus Jakarta Sans"/>
                <a:ea typeface="Plus Jakarta Sans"/>
                <a:cs typeface="Plus Jakarta Sans"/>
              </a:defRPr>
            </a:lvl1pPr>
            <a:lvl2pPr>
              <a:defRPr sz="1800" b="0">
                <a:solidFill>
                  <a:srgbClr val="716B70"/>
                </a:solidFill>
                <a:latin typeface="Plus Jakarta Sans"/>
                <a:ea typeface="Plus Jakarta Sans"/>
                <a:cs typeface="Plus Jakarta Sans"/>
              </a:defRPr>
            </a:lvl2pPr>
            <a:lvl3pPr>
              <a:defRPr sz="1800" b="0">
                <a:solidFill>
                  <a:srgbClr val="716B70"/>
                </a:solidFill>
                <a:latin typeface="Plus Jakarta Sans"/>
                <a:ea typeface="Plus Jakarta Sans"/>
                <a:cs typeface="Plus Jakarta Sans"/>
              </a:defRPr>
            </a:lvl3pPr>
            <a:lvl4pPr>
              <a:defRPr sz="1800" b="0">
                <a:solidFill>
                  <a:srgbClr val="716B70"/>
                </a:solidFill>
                <a:latin typeface="Plus Jakarta Sans"/>
                <a:ea typeface="Plus Jakarta Sans"/>
                <a:cs typeface="Plus Jakarta Sans"/>
              </a:defRPr>
            </a:lvl4pPr>
            <a:lvl5pPr>
              <a:defRPr sz="1800" b="0">
                <a:solidFill>
                  <a:srgbClr val="716B70"/>
                </a:solidFill>
                <a:latin typeface="Plus Jakarta Sans"/>
                <a:ea typeface="Plus Jakarta Sans"/>
                <a:cs typeface="Plus Jakarta Sans"/>
              </a:defRPr>
            </a:lvl5pPr>
            <a:lvl6pPr>
              <a:defRPr sz="1800" b="0">
                <a:solidFill>
                  <a:srgbClr val="716B70"/>
                </a:solidFill>
                <a:latin typeface="Plus Jakarta Sans"/>
                <a:ea typeface="Plus Jakarta Sans"/>
                <a:cs typeface="Plus Jakarta Sans"/>
              </a:defRPr>
            </a:lvl6pPr>
            <a:lvl7pPr>
              <a:defRPr sz="1800" b="0">
                <a:solidFill>
                  <a:srgbClr val="716B70"/>
                </a:solidFill>
                <a:latin typeface="Plus Jakarta Sans"/>
                <a:ea typeface="Plus Jakarta Sans"/>
                <a:cs typeface="Plus Jakarta Sans"/>
              </a:defRPr>
            </a:lvl7pPr>
            <a:lvl8pPr>
              <a:defRPr sz="1800" b="0">
                <a:solidFill>
                  <a:srgbClr val="716B70"/>
                </a:solidFill>
                <a:latin typeface="Plus Jakarta Sans"/>
                <a:ea typeface="Plus Jakarta Sans"/>
                <a:cs typeface="Plus Jakarta Sans"/>
              </a:defRPr>
            </a:lvl8pPr>
            <a:lvl9pPr>
              <a:defRPr sz="1800" b="0">
                <a:solidFill>
                  <a:srgbClr val="716B70"/>
                </a:solidFill>
                <a:latin typeface="Plus Jakarta Sans"/>
                <a:ea typeface="Plus Jakarta Sans"/>
                <a:cs typeface="Plus Jakarta Sans"/>
              </a:defRPr>
            </a:lvl9pPr>
          </a:lstStyle>
          <a:p xmlns:a="http://schemas.openxmlformats.org/drawingml/2006/main">
            <a:pPr>
              <a:defRPr sz="1800" b="0">
                <a:solidFill>
                  <a:srgbClr val="716B70"/>
                </a:solidFill>
                <a:latin typeface="Plus Jakarta Sans"/>
                <a:ea typeface="Plus Jakarta Sans"/>
                <a:cs typeface="Plus Jakarta Sans"/>
              </a:defRPr>
            </a:pPr>
            <a:r>
              <a:rPr sz="1800" b="0">
                <a:solidFill>
                  <a:srgbClr val="716B70"/>
                </a:solidFill>
                <a:latin typeface="Plus Jakarta Sans"/>
                <a:ea typeface="Plus Jakarta Sans"/>
                <a:cs typeface="Plus Jakarta Sans"/>
              </a:rPr>
              <a:t>Real work gives companies something concrete to review.</a:t>
            </a:r>
          </a:p>
        </p:txBody>
      </p:sp>
      <p:pic>
        <p:nvPicPr>
          <p:cNvPr id="7" name="">
            <a:extLst xmlns:a="http://schemas.openxmlformats.org/drawingml/2006/main">
              <a:ext uri="{FF2B5EF4-FFF2-40B4-BE49-F238E27FC236}">
                <a16:creationId xmlns:a16="http://schemas.microsoft.com/office/drawing/2014/main" id="{4F89B6ED-DD26-401C-A93D-351DBC875819}"/>
              </a:ext>
            </a:extLst>
          </p:cNvPr>
          <p:cNvPicPr>
            <a:picLocks xmlns:a="http://schemas.openxmlformats.org/drawingml/2006/main" noChangeAspect="1"/>
          </p:cNvPicPr>
          <p:nvPr/>
        </p:nvPicPr>
        <p:blipFill>
          <a:blip xmlns:r="http://schemas.openxmlformats.org/officeDocument/2006/relationships" xmlns:a="http://schemas.openxmlformats.org/drawingml/2006/main" r:embed="R4593afce6c174e23"/>
          <a:stretch xmlns:a="http://schemas.openxmlformats.org/drawingml/2006/main"/>
        </p:blipFill>
        <p:spPr>
          <a:xfrm xmlns:a="http://schemas.openxmlformats.org/drawingml/2006/main">
            <a:off x="4230353" y="2514600"/>
            <a:ext cx="6474493" cy="3905250"/>
          </a:xfrm>
          <a:prstGeom xmlns:a="http://schemas.openxmlformats.org/drawingml/2006/main" prst="rect">
            <a:avLst/>
          </a:prstGeom>
        </p:spPr>
      </p:pic>
      <p:sp>
        <p:nvSpPr>
          <p:cNvPr id="8" name="Get verified">
            <a:extLst xmlns:a="http://schemas.openxmlformats.org/drawingml/2006/main">
              <a:ext uri="{FF2B5EF4-FFF2-40B4-BE49-F238E27FC236}">
                <a16:creationId xmlns:a16="http://schemas.microsoft.com/office/drawing/2014/main" id="{1F9AF5DF-54BA-4F96-BF8B-4485153A945D}"/>
              </a:ext>
            </a:extLst>
          </p:cNvPr>
          <p:cNvSpPr>
            <a:spLocks xmlns:a="http://schemas.openxmlformats.org/drawingml/2006/main" noGrp="1"/>
          </p:cNvSpPr>
          <p:nvPr/>
        </p:nvSpPr>
        <p:spPr>
          <a:xfrm xmlns:a="http://schemas.openxmlformats.org/drawingml/2006/main">
            <a:off x="609600" y="2714625"/>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963D50"/>
                </a:solidFill>
                <a:latin typeface="Sora"/>
                <a:ea typeface="Sora"/>
                <a:cs typeface="Sora"/>
              </a:defRPr>
            </a:defPPr>
            <a:lvl1pPr>
              <a:defRPr sz="2100" b="1">
                <a:solidFill>
                  <a:srgbClr val="963D50"/>
                </a:solidFill>
                <a:latin typeface="Sora"/>
                <a:ea typeface="Sora"/>
                <a:cs typeface="Sora"/>
              </a:defRPr>
            </a:lvl1pPr>
            <a:lvl2pPr>
              <a:defRPr sz="2100" b="1">
                <a:solidFill>
                  <a:srgbClr val="963D50"/>
                </a:solidFill>
                <a:latin typeface="Sora"/>
                <a:ea typeface="Sora"/>
                <a:cs typeface="Sora"/>
              </a:defRPr>
            </a:lvl2pPr>
            <a:lvl3pPr>
              <a:defRPr sz="2100" b="1">
                <a:solidFill>
                  <a:srgbClr val="963D50"/>
                </a:solidFill>
                <a:latin typeface="Sora"/>
                <a:ea typeface="Sora"/>
                <a:cs typeface="Sora"/>
              </a:defRPr>
            </a:lvl3pPr>
            <a:lvl4pPr>
              <a:defRPr sz="2100" b="1">
                <a:solidFill>
                  <a:srgbClr val="963D50"/>
                </a:solidFill>
                <a:latin typeface="Sora"/>
                <a:ea typeface="Sora"/>
                <a:cs typeface="Sora"/>
              </a:defRPr>
            </a:lvl4pPr>
            <a:lvl5pPr>
              <a:defRPr sz="2100" b="1">
                <a:solidFill>
                  <a:srgbClr val="963D50"/>
                </a:solidFill>
                <a:latin typeface="Sora"/>
                <a:ea typeface="Sora"/>
                <a:cs typeface="Sora"/>
              </a:defRPr>
            </a:lvl5pPr>
            <a:lvl6pPr>
              <a:defRPr sz="2100" b="1">
                <a:solidFill>
                  <a:srgbClr val="963D50"/>
                </a:solidFill>
                <a:latin typeface="Sora"/>
                <a:ea typeface="Sora"/>
                <a:cs typeface="Sora"/>
              </a:defRPr>
            </a:lvl6pPr>
            <a:lvl7pPr>
              <a:defRPr sz="2100" b="1">
                <a:solidFill>
                  <a:srgbClr val="963D50"/>
                </a:solidFill>
                <a:latin typeface="Sora"/>
                <a:ea typeface="Sora"/>
                <a:cs typeface="Sora"/>
              </a:defRPr>
            </a:lvl7pPr>
            <a:lvl8pPr>
              <a:defRPr sz="2100" b="1">
                <a:solidFill>
                  <a:srgbClr val="963D50"/>
                </a:solidFill>
                <a:latin typeface="Sora"/>
                <a:ea typeface="Sora"/>
                <a:cs typeface="Sora"/>
              </a:defRPr>
            </a:lvl8pPr>
            <a:lvl9pPr>
              <a:defRPr sz="2100" b="1">
                <a:solidFill>
                  <a:srgbClr val="963D50"/>
                </a:solidFill>
                <a:latin typeface="Sora"/>
                <a:ea typeface="Sora"/>
                <a:cs typeface="Sora"/>
              </a:defRPr>
            </a:lvl9pPr>
          </a:lstStyle>
          <a:p xmlns:a="http://schemas.openxmlformats.org/drawingml/2006/main">
            <a:pPr>
              <a:defRPr sz="2100" b="1">
                <a:solidFill>
                  <a:srgbClr val="963D50"/>
                </a:solidFill>
                <a:latin typeface="Sora"/>
                <a:ea typeface="Sora"/>
                <a:cs typeface="Sora"/>
              </a:defRPr>
            </a:pPr>
            <a:r>
              <a:rPr sz="2100" b="1">
                <a:solidFill>
                  <a:srgbClr val="963D50"/>
                </a:solidFill>
                <a:latin typeface="Sora"/>
                <a:ea typeface="Sora"/>
                <a:cs typeface="Sora"/>
              </a:rPr>
              <a:t>Get verified</a:t>
            </a:r>
          </a:p>
        </p:txBody>
      </p:sp>
      <p:sp>
        <p:nvSpPr>
          <p:cNvPr id="9" name="Post a real challenge&#10;and review submissions">
            <a:extLst xmlns:a="http://schemas.openxmlformats.org/drawingml/2006/main">
              <a:ext uri="{FF2B5EF4-FFF2-40B4-BE49-F238E27FC236}">
                <a16:creationId xmlns:a16="http://schemas.microsoft.com/office/drawing/2014/main" id="{3B4D9C55-A449-48C4-A88C-146713598732}"/>
              </a:ext>
            </a:extLst>
          </p:cNvPr>
          <p:cNvSpPr>
            <a:spLocks xmlns:a="http://schemas.openxmlformats.org/drawingml/2006/main" noGrp="1"/>
          </p:cNvSpPr>
          <p:nvPr/>
        </p:nvSpPr>
        <p:spPr>
          <a:xfrm xmlns:a="http://schemas.openxmlformats.org/drawingml/2006/main">
            <a:off x="609600" y="3533775"/>
            <a:ext cx="2619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181B"/>
                </a:solidFill>
                <a:latin typeface="Plus Jakarta Sans"/>
                <a:ea typeface="Plus Jakarta Sans"/>
                <a:cs typeface="Plus Jakarta Sans"/>
              </a:defRPr>
            </a:defPPr>
            <a:lvl1pPr>
              <a:defRPr sz="1875" b="0">
                <a:solidFill>
                  <a:srgbClr val="18181B"/>
                </a:solidFill>
                <a:latin typeface="Plus Jakarta Sans"/>
                <a:ea typeface="Plus Jakarta Sans"/>
                <a:cs typeface="Plus Jakarta Sans"/>
              </a:defRPr>
            </a:lvl1pPr>
            <a:lvl2pPr>
              <a:defRPr sz="1875" b="0">
                <a:solidFill>
                  <a:srgbClr val="18181B"/>
                </a:solidFill>
                <a:latin typeface="Plus Jakarta Sans"/>
                <a:ea typeface="Plus Jakarta Sans"/>
                <a:cs typeface="Plus Jakarta Sans"/>
              </a:defRPr>
            </a:lvl2pPr>
            <a:lvl3pPr>
              <a:defRPr sz="1875" b="0">
                <a:solidFill>
                  <a:srgbClr val="18181B"/>
                </a:solidFill>
                <a:latin typeface="Plus Jakarta Sans"/>
                <a:ea typeface="Plus Jakarta Sans"/>
                <a:cs typeface="Plus Jakarta Sans"/>
              </a:defRPr>
            </a:lvl3pPr>
            <a:lvl4pPr>
              <a:defRPr sz="1875" b="0">
                <a:solidFill>
                  <a:srgbClr val="18181B"/>
                </a:solidFill>
                <a:latin typeface="Plus Jakarta Sans"/>
                <a:ea typeface="Plus Jakarta Sans"/>
                <a:cs typeface="Plus Jakarta Sans"/>
              </a:defRPr>
            </a:lvl4pPr>
            <a:lvl5pPr>
              <a:defRPr sz="1875" b="0">
                <a:solidFill>
                  <a:srgbClr val="18181B"/>
                </a:solidFill>
                <a:latin typeface="Plus Jakarta Sans"/>
                <a:ea typeface="Plus Jakarta Sans"/>
                <a:cs typeface="Plus Jakarta Sans"/>
              </a:defRPr>
            </a:lvl5pPr>
            <a:lvl6pPr>
              <a:defRPr sz="1875" b="0">
                <a:solidFill>
                  <a:srgbClr val="18181B"/>
                </a:solidFill>
                <a:latin typeface="Plus Jakarta Sans"/>
                <a:ea typeface="Plus Jakarta Sans"/>
                <a:cs typeface="Plus Jakarta Sans"/>
              </a:defRPr>
            </a:lvl6pPr>
            <a:lvl7pPr>
              <a:defRPr sz="1875" b="0">
                <a:solidFill>
                  <a:srgbClr val="18181B"/>
                </a:solidFill>
                <a:latin typeface="Plus Jakarta Sans"/>
                <a:ea typeface="Plus Jakarta Sans"/>
                <a:cs typeface="Plus Jakarta Sans"/>
              </a:defRPr>
            </a:lvl7pPr>
            <a:lvl8pPr>
              <a:defRPr sz="1875" b="0">
                <a:solidFill>
                  <a:srgbClr val="18181B"/>
                </a:solidFill>
                <a:latin typeface="Plus Jakarta Sans"/>
                <a:ea typeface="Plus Jakarta Sans"/>
                <a:cs typeface="Plus Jakarta Sans"/>
              </a:defRPr>
            </a:lvl8pPr>
            <a:lvl9pPr>
              <a:defRPr sz="1875" b="0">
                <a:solidFill>
                  <a:srgbClr val="18181B"/>
                </a:solidFill>
                <a:latin typeface="Plus Jakarta Sans"/>
                <a:ea typeface="Plus Jakarta Sans"/>
                <a:cs typeface="Plus Jakarta Sans"/>
              </a:defRPr>
            </a:lvl9pPr>
          </a:lstStyle>
          <a:p xmlns:a="http://schemas.openxmlformats.org/drawingml/2006/main">
            <a:pPr>
              <a:defRPr sz="1875" b="0">
                <a:solidFill>
                  <a:srgbClr val="18181B"/>
                </a:solidFill>
                <a:latin typeface="Plus Jakarta Sans"/>
                <a:ea typeface="Plus Jakarta Sans"/>
                <a:cs typeface="Plus Jakarta Sans"/>
              </a:defRPr>
            </a:pPr>
            <a:r>
              <a:rPr sz="1875" b="0">
                <a:solidFill>
                  <a:srgbClr val="18181B"/>
                </a:solidFill>
                <a:latin typeface="Plus Jakarta Sans"/>
                <a:ea typeface="Plus Jakarta Sans"/>
                <a:cs typeface="Plus Jakarta Sans"/>
              </a:rPr>
              <a:t>Post a real challenge</a:t>
            </a:r>
          </a:p>
          <a:p xmlns:a="http://schemas.openxmlformats.org/drawingml/2006/main">
            <a:pPr>
              <a:defRPr sz="1875" b="0">
                <a:solidFill>
                  <a:srgbClr val="18181B"/>
                </a:solidFill>
                <a:latin typeface="Plus Jakarta Sans"/>
                <a:ea typeface="Plus Jakarta Sans"/>
                <a:cs typeface="Plus Jakarta Sans"/>
              </a:defRPr>
            </a:pPr>
            <a:r>
              <a:rPr sz="1875" b="0">
                <a:solidFill>
                  <a:srgbClr val="18181B"/>
                </a:solidFill>
                <a:latin typeface="Plus Jakarta Sans"/>
                <a:ea typeface="Plus Jakarta Sans"/>
                <a:cs typeface="Plus Jakarta Sans"/>
              </a:rPr>
              <a:t>and review submissions</a:t>
            </a:r>
          </a:p>
        </p:txBody>
      </p:sp>
      <p:sp>
        <p:nvSpPr>
          <p:cNvPr id="10" name="Shortlist and interview&#10;the people behind the work">
            <a:extLst xmlns:a="http://schemas.openxmlformats.org/drawingml/2006/main">
              <a:ext uri="{FF2B5EF4-FFF2-40B4-BE49-F238E27FC236}">
                <a16:creationId xmlns:a16="http://schemas.microsoft.com/office/drawing/2014/main" id="{1A09929A-7E07-427F-8747-40F6FBAF5452}"/>
              </a:ext>
            </a:extLst>
          </p:cNvPr>
          <p:cNvSpPr>
            <a:spLocks xmlns:a="http://schemas.openxmlformats.org/drawingml/2006/main" noGrp="1"/>
          </p:cNvSpPr>
          <p:nvPr/>
        </p:nvSpPr>
        <p:spPr>
          <a:xfrm xmlns:a="http://schemas.openxmlformats.org/drawingml/2006/main">
            <a:off x="609600" y="4705350"/>
            <a:ext cx="2647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181B"/>
                </a:solidFill>
                <a:latin typeface="Plus Jakarta Sans"/>
                <a:ea typeface="Plus Jakarta Sans"/>
                <a:cs typeface="Plus Jakarta Sans"/>
              </a:defRPr>
            </a:defPPr>
            <a:lvl1pPr>
              <a:defRPr sz="1875" b="0">
                <a:solidFill>
                  <a:srgbClr val="18181B"/>
                </a:solidFill>
                <a:latin typeface="Plus Jakarta Sans"/>
                <a:ea typeface="Plus Jakarta Sans"/>
                <a:cs typeface="Plus Jakarta Sans"/>
              </a:defRPr>
            </a:lvl1pPr>
            <a:lvl2pPr>
              <a:defRPr sz="1875" b="0">
                <a:solidFill>
                  <a:srgbClr val="18181B"/>
                </a:solidFill>
                <a:latin typeface="Plus Jakarta Sans"/>
                <a:ea typeface="Plus Jakarta Sans"/>
                <a:cs typeface="Plus Jakarta Sans"/>
              </a:defRPr>
            </a:lvl2pPr>
            <a:lvl3pPr>
              <a:defRPr sz="1875" b="0">
                <a:solidFill>
                  <a:srgbClr val="18181B"/>
                </a:solidFill>
                <a:latin typeface="Plus Jakarta Sans"/>
                <a:ea typeface="Plus Jakarta Sans"/>
                <a:cs typeface="Plus Jakarta Sans"/>
              </a:defRPr>
            </a:lvl3pPr>
            <a:lvl4pPr>
              <a:defRPr sz="1875" b="0">
                <a:solidFill>
                  <a:srgbClr val="18181B"/>
                </a:solidFill>
                <a:latin typeface="Plus Jakarta Sans"/>
                <a:ea typeface="Plus Jakarta Sans"/>
                <a:cs typeface="Plus Jakarta Sans"/>
              </a:defRPr>
            </a:lvl4pPr>
            <a:lvl5pPr>
              <a:defRPr sz="1875" b="0">
                <a:solidFill>
                  <a:srgbClr val="18181B"/>
                </a:solidFill>
                <a:latin typeface="Plus Jakarta Sans"/>
                <a:ea typeface="Plus Jakarta Sans"/>
                <a:cs typeface="Plus Jakarta Sans"/>
              </a:defRPr>
            </a:lvl5pPr>
            <a:lvl6pPr>
              <a:defRPr sz="1875" b="0">
                <a:solidFill>
                  <a:srgbClr val="18181B"/>
                </a:solidFill>
                <a:latin typeface="Plus Jakarta Sans"/>
                <a:ea typeface="Plus Jakarta Sans"/>
                <a:cs typeface="Plus Jakarta Sans"/>
              </a:defRPr>
            </a:lvl6pPr>
            <a:lvl7pPr>
              <a:defRPr sz="1875" b="0">
                <a:solidFill>
                  <a:srgbClr val="18181B"/>
                </a:solidFill>
                <a:latin typeface="Plus Jakarta Sans"/>
                <a:ea typeface="Plus Jakarta Sans"/>
                <a:cs typeface="Plus Jakarta Sans"/>
              </a:defRPr>
            </a:lvl7pPr>
            <a:lvl8pPr>
              <a:defRPr sz="1875" b="0">
                <a:solidFill>
                  <a:srgbClr val="18181B"/>
                </a:solidFill>
                <a:latin typeface="Plus Jakarta Sans"/>
                <a:ea typeface="Plus Jakarta Sans"/>
                <a:cs typeface="Plus Jakarta Sans"/>
              </a:defRPr>
            </a:lvl8pPr>
            <a:lvl9pPr>
              <a:defRPr sz="1875" b="0">
                <a:solidFill>
                  <a:srgbClr val="18181B"/>
                </a:solidFill>
                <a:latin typeface="Plus Jakarta Sans"/>
                <a:ea typeface="Plus Jakarta Sans"/>
                <a:cs typeface="Plus Jakarta Sans"/>
              </a:defRPr>
            </a:lvl9pPr>
          </a:lstStyle>
          <a:p xmlns:a="http://schemas.openxmlformats.org/drawingml/2006/main">
            <a:pPr>
              <a:defRPr sz="1875" b="0">
                <a:solidFill>
                  <a:srgbClr val="18181B"/>
                </a:solidFill>
                <a:latin typeface="Plus Jakarta Sans"/>
                <a:ea typeface="Plus Jakarta Sans"/>
                <a:cs typeface="Plus Jakarta Sans"/>
              </a:defRPr>
            </a:pPr>
            <a:r>
              <a:rPr sz="1875" b="0">
                <a:solidFill>
                  <a:srgbClr val="18181B"/>
                </a:solidFill>
                <a:latin typeface="Plus Jakarta Sans"/>
                <a:ea typeface="Plus Jakarta Sans"/>
                <a:cs typeface="Plus Jakarta Sans"/>
              </a:rPr>
              <a:t>Shortlist and interview</a:t>
            </a:r>
          </a:p>
          <a:p xmlns:a="http://schemas.openxmlformats.org/drawingml/2006/main">
            <a:pPr>
              <a:defRPr sz="1875" b="0">
                <a:solidFill>
                  <a:srgbClr val="18181B"/>
                </a:solidFill>
                <a:latin typeface="Plus Jakarta Sans"/>
                <a:ea typeface="Plus Jakarta Sans"/>
                <a:cs typeface="Plus Jakarta Sans"/>
              </a:defRPr>
            </a:pPr>
            <a:r>
              <a:rPr sz="1875" b="0">
                <a:solidFill>
                  <a:srgbClr val="18181B"/>
                </a:solidFill>
                <a:latin typeface="Plus Jakarta Sans"/>
                <a:ea typeface="Plus Jakarta Sans"/>
                <a:cs typeface="Plus Jakarta Sans"/>
              </a:rPr>
              <a:t>the people behind the work</a:t>
            </a:r>
          </a:p>
        </p:txBody>
      </p:sp>
      <p:sp>
        <p:nvSpPr>
          <p:cNvPr id="11" name="Company demo">
            <a:extLst xmlns:a="http://schemas.openxmlformats.org/drawingml/2006/main">
              <a:ext uri="{FF2B5EF4-FFF2-40B4-BE49-F238E27FC236}">
                <a16:creationId xmlns:a16="http://schemas.microsoft.com/office/drawing/2014/main" id="{68FAF0FA-B608-4D97-960E-72ED3420EA66}"/>
              </a:ext>
            </a:extLst>
          </p:cNvPr>
          <p:cNvSpPr>
            <a:spLocks xmlns:a="http://schemas.openxmlformats.org/drawingml/2006/main" noGrp="1"/>
          </p:cNvSpPr>
          <p:nvPr/>
        </p:nvSpPr>
        <p:spPr>
          <a:xfrm xmlns:a="http://schemas.openxmlformats.org/drawingml/2006/main">
            <a:off x="609600" y="59436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1">
                <a:solidFill>
                  <a:srgbClr val="963D50"/>
                </a:solidFill>
                <a:latin typeface="Plus Jakarta Sans"/>
                <a:ea typeface="Plus Jakarta Sans"/>
                <a:cs typeface="Plus Jakarta Sans"/>
              </a:defRPr>
            </a:defPPr>
            <a:lvl1pPr>
              <a:defRPr sz="1350" b="1">
                <a:solidFill>
                  <a:srgbClr val="963D50"/>
                </a:solidFill>
                <a:latin typeface="Plus Jakarta Sans"/>
                <a:ea typeface="Plus Jakarta Sans"/>
                <a:cs typeface="Plus Jakarta Sans"/>
              </a:defRPr>
            </a:lvl1pPr>
            <a:lvl2pPr>
              <a:defRPr sz="1350" b="1">
                <a:solidFill>
                  <a:srgbClr val="963D50"/>
                </a:solidFill>
                <a:latin typeface="Plus Jakarta Sans"/>
                <a:ea typeface="Plus Jakarta Sans"/>
                <a:cs typeface="Plus Jakarta Sans"/>
              </a:defRPr>
            </a:lvl2pPr>
            <a:lvl3pPr>
              <a:defRPr sz="1350" b="1">
                <a:solidFill>
                  <a:srgbClr val="963D50"/>
                </a:solidFill>
                <a:latin typeface="Plus Jakarta Sans"/>
                <a:ea typeface="Plus Jakarta Sans"/>
                <a:cs typeface="Plus Jakarta Sans"/>
              </a:defRPr>
            </a:lvl3pPr>
            <a:lvl4pPr>
              <a:defRPr sz="1350" b="1">
                <a:solidFill>
                  <a:srgbClr val="963D50"/>
                </a:solidFill>
                <a:latin typeface="Plus Jakarta Sans"/>
                <a:ea typeface="Plus Jakarta Sans"/>
                <a:cs typeface="Plus Jakarta Sans"/>
              </a:defRPr>
            </a:lvl4pPr>
            <a:lvl5pPr>
              <a:defRPr sz="1350" b="1">
                <a:solidFill>
                  <a:srgbClr val="963D50"/>
                </a:solidFill>
                <a:latin typeface="Plus Jakarta Sans"/>
                <a:ea typeface="Plus Jakarta Sans"/>
                <a:cs typeface="Plus Jakarta Sans"/>
              </a:defRPr>
            </a:lvl5pPr>
            <a:lvl6pPr>
              <a:defRPr sz="1350" b="1">
                <a:solidFill>
                  <a:srgbClr val="963D50"/>
                </a:solidFill>
                <a:latin typeface="Plus Jakarta Sans"/>
                <a:ea typeface="Plus Jakarta Sans"/>
                <a:cs typeface="Plus Jakarta Sans"/>
              </a:defRPr>
            </a:lvl6pPr>
            <a:lvl7pPr>
              <a:defRPr sz="1350" b="1">
                <a:solidFill>
                  <a:srgbClr val="963D50"/>
                </a:solidFill>
                <a:latin typeface="Plus Jakarta Sans"/>
                <a:ea typeface="Plus Jakarta Sans"/>
                <a:cs typeface="Plus Jakarta Sans"/>
              </a:defRPr>
            </a:lvl7pPr>
            <a:lvl8pPr>
              <a:defRPr sz="1350" b="1">
                <a:solidFill>
                  <a:srgbClr val="963D50"/>
                </a:solidFill>
                <a:latin typeface="Plus Jakarta Sans"/>
                <a:ea typeface="Plus Jakarta Sans"/>
                <a:cs typeface="Plus Jakarta Sans"/>
              </a:defRPr>
            </a:lvl8pPr>
            <a:lvl9pPr>
              <a:defRPr sz="1350" b="1">
                <a:solidFill>
                  <a:srgbClr val="963D50"/>
                </a:solidFill>
                <a:latin typeface="Plus Jakarta Sans"/>
                <a:ea typeface="Plus Jakarta Sans"/>
                <a:cs typeface="Plus Jakarta Sans"/>
              </a:defRPr>
            </a:lvl9pPr>
          </a:lstStyle>
          <a:p xmlns:a="http://schemas.openxmlformats.org/drawingml/2006/main">
            <a:pPr>
              <a:defRPr sz="1350" b="1">
                <a:solidFill>
                  <a:srgbClr val="963D50"/>
                </a:solidFill>
                <a:latin typeface="Plus Jakarta Sans"/>
                <a:ea typeface="Plus Jakarta Sans"/>
                <a:cs typeface="Plus Jakarta Sans"/>
              </a:defRPr>
            </a:pPr>
            <a:r>
              <a:rPr sz="1350" b="1">
                <a:solidFill>
                  <a:srgbClr val="963D50"/>
                </a:solidFill>
                <a:latin typeface="Plus Jakarta Sans"/>
                <a:ea typeface="Plus Jakarta Sans"/>
                <a:cs typeface="Plus Jakarta Sans"/>
              </a:rPr>
              <a:t>Company demo</a:t>
            </a:r>
          </a:p>
        </p:txBody>
      </p:sp>
    </p:spTree>
    <p:extLst>
      <p:ext uri="{BB962C8B-B14F-4D97-AF65-F5344CB8AC3E}">
        <p14:creationId xmlns:p14="http://schemas.microsoft.com/office/powerpoint/2010/main" val="1549286129"/>
      </p:ext>
    </p:extLst>
  </p:cSld>
</p:sld>
</file>

<file path=ppt/slides/slide7.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217BD6A-7CBB-4806-B9D9-1610C8425641}"/>
              </a:ext>
            </a:extLst>
          </p:cNvPr>
          <p:cNvPicPr>
            <a:picLocks xmlns:a="http://schemas.openxmlformats.org/drawingml/2006/main" noChangeAspect="1"/>
          </p:cNvPicPr>
          <p:nvPr/>
        </p:nvPicPr>
        <p:blipFill>
          <a:blip xmlns:r="http://schemas.openxmlformats.org/officeDocument/2006/relationships" xmlns:a="http://schemas.openxmlformats.org/drawingml/2006/main" r:embed="R45e5b93ba69942d4"/>
          <a:stretch xmlns:a="http://schemas.openxmlformats.org/drawingml/2006/main"/>
        </p:blipFill>
        <p:spPr>
          <a:xfrm xmlns:a="http://schemas.openxmlformats.org/drawingml/2006/main">
            <a:off x="533400" y="351246"/>
            <a:ext cx="333375" cy="297634"/>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ECAA2198-4CAE-45EC-8C4A-90429810FF30}"/>
              </a:ext>
            </a:extLst>
          </p:cNvPr>
          <p:cNvPicPr>
            <a:picLocks xmlns:a="http://schemas.openxmlformats.org/drawingml/2006/main" noChangeAspect="1"/>
          </p:cNvPicPr>
          <p:nvPr/>
        </p:nvPicPr>
        <p:blipFill>
          <a:blip xmlns:r="http://schemas.openxmlformats.org/officeDocument/2006/relationships" xmlns:a="http://schemas.openxmlformats.org/drawingml/2006/main" r:embed="R4ff85c5bdb6e4d52"/>
          <a:stretch xmlns:a="http://schemas.openxmlformats.org/drawingml/2006/main"/>
        </p:blipFill>
        <p:spPr>
          <a:xfrm xmlns:a="http://schemas.openxmlformats.org/drawingml/2006/main">
            <a:off x="984148" y="419100"/>
            <a:ext cx="1327355" cy="238125"/>
          </a:xfrm>
          <a:prstGeom xmlns:a="http://schemas.openxmlformats.org/drawingml/2006/main" prst="rect">
            <a:avLst/>
          </a:prstGeom>
        </p:spPr>
      </p:pic>
      <p:sp>
        <p:nvSpPr>
          <p:cNvPr id="4" name="07">
            <a:extLst xmlns:a="http://schemas.openxmlformats.org/drawingml/2006/main">
              <a:ext uri="{FF2B5EF4-FFF2-40B4-BE49-F238E27FC236}">
                <a16:creationId xmlns:a16="http://schemas.microsoft.com/office/drawing/2014/main" id="{93721E57-6511-49D4-9AE2-DAA98052E929}"/>
              </a:ext>
            </a:extLst>
          </p:cNvPr>
          <p:cNvSpPr>
            <a:spLocks xmlns:a="http://schemas.openxmlformats.org/drawingml/2006/main" noGrp="1"/>
          </p:cNvSpPr>
          <p:nvPr/>
        </p:nvSpPr>
        <p:spPr>
          <a:xfrm xmlns:a="http://schemas.openxmlformats.org/drawingml/2006/main">
            <a:off x="11087100" y="62103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716B70"/>
                </a:solidFill>
                <a:latin typeface="Plus Jakarta Sans"/>
                <a:ea typeface="Plus Jakarta Sans"/>
                <a:cs typeface="Plus Jakarta Sans"/>
              </a:defRPr>
            </a:defPPr>
            <a:lvl1pPr>
              <a:defRPr sz="1050" b="0">
                <a:solidFill>
                  <a:srgbClr val="716B70"/>
                </a:solidFill>
                <a:latin typeface="Plus Jakarta Sans"/>
                <a:ea typeface="Plus Jakarta Sans"/>
                <a:cs typeface="Plus Jakarta Sans"/>
              </a:defRPr>
            </a:lvl1pPr>
            <a:lvl2pPr>
              <a:defRPr sz="1050" b="0">
                <a:solidFill>
                  <a:srgbClr val="716B70"/>
                </a:solidFill>
                <a:latin typeface="Plus Jakarta Sans"/>
                <a:ea typeface="Plus Jakarta Sans"/>
                <a:cs typeface="Plus Jakarta Sans"/>
              </a:defRPr>
            </a:lvl2pPr>
            <a:lvl3pPr>
              <a:defRPr sz="1050" b="0">
                <a:solidFill>
                  <a:srgbClr val="716B70"/>
                </a:solidFill>
                <a:latin typeface="Plus Jakarta Sans"/>
                <a:ea typeface="Plus Jakarta Sans"/>
                <a:cs typeface="Plus Jakarta Sans"/>
              </a:defRPr>
            </a:lvl3pPr>
            <a:lvl4pPr>
              <a:defRPr sz="1050" b="0">
                <a:solidFill>
                  <a:srgbClr val="716B70"/>
                </a:solidFill>
                <a:latin typeface="Plus Jakarta Sans"/>
                <a:ea typeface="Plus Jakarta Sans"/>
                <a:cs typeface="Plus Jakarta Sans"/>
              </a:defRPr>
            </a:lvl4pPr>
            <a:lvl5pPr>
              <a:defRPr sz="1050" b="0">
                <a:solidFill>
                  <a:srgbClr val="716B70"/>
                </a:solidFill>
                <a:latin typeface="Plus Jakarta Sans"/>
                <a:ea typeface="Plus Jakarta Sans"/>
                <a:cs typeface="Plus Jakarta Sans"/>
              </a:defRPr>
            </a:lvl5pPr>
            <a:lvl6pPr>
              <a:defRPr sz="1050" b="0">
                <a:solidFill>
                  <a:srgbClr val="716B70"/>
                </a:solidFill>
                <a:latin typeface="Plus Jakarta Sans"/>
                <a:ea typeface="Plus Jakarta Sans"/>
                <a:cs typeface="Plus Jakarta Sans"/>
              </a:defRPr>
            </a:lvl6pPr>
            <a:lvl7pPr>
              <a:defRPr sz="1050" b="0">
                <a:solidFill>
                  <a:srgbClr val="716B70"/>
                </a:solidFill>
                <a:latin typeface="Plus Jakarta Sans"/>
                <a:ea typeface="Plus Jakarta Sans"/>
                <a:cs typeface="Plus Jakarta Sans"/>
              </a:defRPr>
            </a:lvl7pPr>
            <a:lvl8pPr>
              <a:defRPr sz="1050" b="0">
                <a:solidFill>
                  <a:srgbClr val="716B70"/>
                </a:solidFill>
                <a:latin typeface="Plus Jakarta Sans"/>
                <a:ea typeface="Plus Jakarta Sans"/>
                <a:cs typeface="Plus Jakarta Sans"/>
              </a:defRPr>
            </a:lvl8pPr>
            <a:lvl9pPr>
              <a:defRPr sz="1050" b="0">
                <a:solidFill>
                  <a:srgbClr val="716B70"/>
                </a:solidFill>
                <a:latin typeface="Plus Jakarta Sans"/>
                <a:ea typeface="Plus Jakarta Sans"/>
                <a:cs typeface="Plus Jakarta Sans"/>
              </a:defRPr>
            </a:lvl9pPr>
          </a:lstStyle>
          <a:p xmlns:a="http://schemas.openxmlformats.org/drawingml/2006/main">
            <a:pPr>
              <a:defRPr sz="1050" b="0">
                <a:solidFill>
                  <a:srgbClr val="716B70"/>
                </a:solidFill>
                <a:latin typeface="Plus Jakarta Sans"/>
                <a:ea typeface="Plus Jakarta Sans"/>
                <a:cs typeface="Plus Jakarta Sans"/>
              </a:defRPr>
            </a:pPr>
            <a:r>
              <a:rPr sz="1050" b="0">
                <a:solidFill>
                  <a:srgbClr val="716B70"/>
                </a:solidFill>
                <a:latin typeface="Plus Jakarta Sans"/>
                <a:ea typeface="Plus Jakarta Sans"/>
                <a:cs typeface="Plus Jakarta Sans"/>
              </a:rPr>
              <a:t>07</a:t>
            </a:r>
          </a:p>
        </p:txBody>
      </p:sp>
      <p:sp>
        <p:nvSpPr>
          <p:cNvPr id="5" name="Why learners can start with Citadel">
            <a:extLst xmlns:a="http://schemas.openxmlformats.org/drawingml/2006/main">
              <a:ext uri="{FF2B5EF4-FFF2-40B4-BE49-F238E27FC236}">
                <a16:creationId xmlns:a16="http://schemas.microsoft.com/office/drawing/2014/main" id="{59AA14FC-DCB4-450D-84A1-E07E00F71289}"/>
              </a:ext>
            </a:extLst>
          </p:cNvPr>
          <p:cNvSpPr>
            <a:spLocks xmlns:a="http://schemas.openxmlformats.org/drawingml/2006/main" noGrp="1"/>
          </p:cNvSpPr>
          <p:nvPr/>
        </p:nvSpPr>
        <p:spPr>
          <a:xfrm xmlns:a="http://schemas.openxmlformats.org/drawingml/2006/main">
            <a:off x="609600" y="1009650"/>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8181B"/>
                </a:solidFill>
                <a:latin typeface="Sora"/>
                <a:ea typeface="Sora"/>
                <a:cs typeface="Sora"/>
              </a:defRPr>
            </a:defPPr>
            <a:lvl1pPr>
              <a:defRPr sz="3600" b="1">
                <a:solidFill>
                  <a:srgbClr val="18181B"/>
                </a:solidFill>
                <a:latin typeface="Sora"/>
                <a:ea typeface="Sora"/>
                <a:cs typeface="Sora"/>
              </a:defRPr>
            </a:lvl1pPr>
            <a:lvl2pPr>
              <a:defRPr sz="3600" b="1">
                <a:solidFill>
                  <a:srgbClr val="18181B"/>
                </a:solidFill>
                <a:latin typeface="Sora"/>
                <a:ea typeface="Sora"/>
                <a:cs typeface="Sora"/>
              </a:defRPr>
            </a:lvl2pPr>
            <a:lvl3pPr>
              <a:defRPr sz="3600" b="1">
                <a:solidFill>
                  <a:srgbClr val="18181B"/>
                </a:solidFill>
                <a:latin typeface="Sora"/>
                <a:ea typeface="Sora"/>
                <a:cs typeface="Sora"/>
              </a:defRPr>
            </a:lvl3pPr>
            <a:lvl4pPr>
              <a:defRPr sz="3600" b="1">
                <a:solidFill>
                  <a:srgbClr val="18181B"/>
                </a:solidFill>
                <a:latin typeface="Sora"/>
                <a:ea typeface="Sora"/>
                <a:cs typeface="Sora"/>
              </a:defRPr>
            </a:lvl4pPr>
            <a:lvl5pPr>
              <a:defRPr sz="3600" b="1">
                <a:solidFill>
                  <a:srgbClr val="18181B"/>
                </a:solidFill>
                <a:latin typeface="Sora"/>
                <a:ea typeface="Sora"/>
                <a:cs typeface="Sora"/>
              </a:defRPr>
            </a:lvl5pPr>
            <a:lvl6pPr>
              <a:defRPr sz="3600" b="1">
                <a:solidFill>
                  <a:srgbClr val="18181B"/>
                </a:solidFill>
                <a:latin typeface="Sora"/>
                <a:ea typeface="Sora"/>
                <a:cs typeface="Sora"/>
              </a:defRPr>
            </a:lvl6pPr>
            <a:lvl7pPr>
              <a:defRPr sz="3600" b="1">
                <a:solidFill>
                  <a:srgbClr val="18181B"/>
                </a:solidFill>
                <a:latin typeface="Sora"/>
                <a:ea typeface="Sora"/>
                <a:cs typeface="Sora"/>
              </a:defRPr>
            </a:lvl7pPr>
            <a:lvl8pPr>
              <a:defRPr sz="3600" b="1">
                <a:solidFill>
                  <a:srgbClr val="18181B"/>
                </a:solidFill>
                <a:latin typeface="Sora"/>
                <a:ea typeface="Sora"/>
                <a:cs typeface="Sora"/>
              </a:defRPr>
            </a:lvl8pPr>
            <a:lvl9pPr>
              <a:defRPr sz="3600" b="1">
                <a:solidFill>
                  <a:srgbClr val="18181B"/>
                </a:solidFill>
                <a:latin typeface="Sora"/>
                <a:ea typeface="Sora"/>
                <a:cs typeface="Sora"/>
              </a:defRPr>
            </a:lvl9pPr>
          </a:lstStyle>
          <a:p xmlns:a="http://schemas.openxmlformats.org/drawingml/2006/main">
            <a:pPr>
              <a:defRPr sz="3600" b="1">
                <a:solidFill>
                  <a:srgbClr val="18181B"/>
                </a:solidFill>
                <a:latin typeface="Sora"/>
                <a:ea typeface="Sora"/>
                <a:cs typeface="Sora"/>
              </a:defRPr>
            </a:pPr>
            <a:r>
              <a:rPr sz="3600" b="1">
                <a:solidFill>
                  <a:srgbClr val="18181B"/>
                </a:solidFill>
                <a:latin typeface="Sora"/>
                <a:ea typeface="Sora"/>
                <a:cs typeface="Sora"/>
              </a:rPr>
              <a:t>Why learners can start with Citadel</a:t>
            </a:r>
          </a:p>
        </p:txBody>
      </p:sp>
      <p:sp>
        <p:nvSpPr>
          <p:cNvPr id="6" name="25%">
            <a:extLst xmlns:a="http://schemas.openxmlformats.org/drawingml/2006/main">
              <a:ext uri="{FF2B5EF4-FFF2-40B4-BE49-F238E27FC236}">
                <a16:creationId xmlns:a16="http://schemas.microsoft.com/office/drawing/2014/main" id="{543EB5AE-6F4F-401D-8EC0-32AE7E7C277F}"/>
              </a:ext>
            </a:extLst>
          </p:cNvPr>
          <p:cNvSpPr>
            <a:spLocks xmlns:a="http://schemas.openxmlformats.org/drawingml/2006/main" noGrp="1"/>
          </p:cNvSpPr>
          <p:nvPr/>
        </p:nvSpPr>
        <p:spPr>
          <a:xfrm xmlns:a="http://schemas.openxmlformats.org/drawingml/2006/main">
            <a:off x="609600" y="2419350"/>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900" b="1">
                <a:solidFill>
                  <a:srgbClr val="963D50"/>
                </a:solidFill>
                <a:latin typeface="Sora"/>
                <a:ea typeface="Sora"/>
                <a:cs typeface="Sora"/>
              </a:defRPr>
            </a:defPPr>
            <a:lvl1pPr>
              <a:defRPr sz="6900" b="1">
                <a:solidFill>
                  <a:srgbClr val="963D50"/>
                </a:solidFill>
                <a:latin typeface="Sora"/>
                <a:ea typeface="Sora"/>
                <a:cs typeface="Sora"/>
              </a:defRPr>
            </a:lvl1pPr>
            <a:lvl2pPr>
              <a:defRPr sz="6900" b="1">
                <a:solidFill>
                  <a:srgbClr val="963D50"/>
                </a:solidFill>
                <a:latin typeface="Sora"/>
                <a:ea typeface="Sora"/>
                <a:cs typeface="Sora"/>
              </a:defRPr>
            </a:lvl2pPr>
            <a:lvl3pPr>
              <a:defRPr sz="6900" b="1">
                <a:solidFill>
                  <a:srgbClr val="963D50"/>
                </a:solidFill>
                <a:latin typeface="Sora"/>
                <a:ea typeface="Sora"/>
                <a:cs typeface="Sora"/>
              </a:defRPr>
            </a:lvl3pPr>
            <a:lvl4pPr>
              <a:defRPr sz="6900" b="1">
                <a:solidFill>
                  <a:srgbClr val="963D50"/>
                </a:solidFill>
                <a:latin typeface="Sora"/>
                <a:ea typeface="Sora"/>
                <a:cs typeface="Sora"/>
              </a:defRPr>
            </a:lvl4pPr>
            <a:lvl5pPr>
              <a:defRPr sz="6900" b="1">
                <a:solidFill>
                  <a:srgbClr val="963D50"/>
                </a:solidFill>
                <a:latin typeface="Sora"/>
                <a:ea typeface="Sora"/>
                <a:cs typeface="Sora"/>
              </a:defRPr>
            </a:lvl5pPr>
            <a:lvl6pPr>
              <a:defRPr sz="6900" b="1">
                <a:solidFill>
                  <a:srgbClr val="963D50"/>
                </a:solidFill>
                <a:latin typeface="Sora"/>
                <a:ea typeface="Sora"/>
                <a:cs typeface="Sora"/>
              </a:defRPr>
            </a:lvl6pPr>
            <a:lvl7pPr>
              <a:defRPr sz="6900" b="1">
                <a:solidFill>
                  <a:srgbClr val="963D50"/>
                </a:solidFill>
                <a:latin typeface="Sora"/>
                <a:ea typeface="Sora"/>
                <a:cs typeface="Sora"/>
              </a:defRPr>
            </a:lvl7pPr>
            <a:lvl8pPr>
              <a:defRPr sz="6900" b="1">
                <a:solidFill>
                  <a:srgbClr val="963D50"/>
                </a:solidFill>
                <a:latin typeface="Sora"/>
                <a:ea typeface="Sora"/>
                <a:cs typeface="Sora"/>
              </a:defRPr>
            </a:lvl8pPr>
            <a:lvl9pPr>
              <a:defRPr sz="6900" b="1">
                <a:solidFill>
                  <a:srgbClr val="963D50"/>
                </a:solidFill>
                <a:latin typeface="Sora"/>
                <a:ea typeface="Sora"/>
                <a:cs typeface="Sora"/>
              </a:defRPr>
            </a:lvl9pPr>
          </a:lstStyle>
          <a:p xmlns:a="http://schemas.openxmlformats.org/drawingml/2006/main">
            <a:pPr>
              <a:defRPr sz="6900" b="1">
                <a:solidFill>
                  <a:srgbClr val="963D50"/>
                </a:solidFill>
                <a:latin typeface="Sora"/>
                <a:ea typeface="Sora"/>
                <a:cs typeface="Sora"/>
              </a:defRPr>
            </a:pPr>
            <a:r>
              <a:rPr sz="6900" b="1">
                <a:solidFill>
                  <a:srgbClr val="963D50"/>
                </a:solidFill>
                <a:latin typeface="Sora"/>
                <a:ea typeface="Sora"/>
                <a:cs typeface="Sora"/>
              </a:rPr>
              <a:t>25%</a:t>
            </a:r>
          </a:p>
        </p:txBody>
      </p:sp>
      <p:sp>
        <p:nvSpPr>
          <p:cNvPr id="7" name="of every paid course&#10;is free to try">
            <a:extLst xmlns:a="http://schemas.openxmlformats.org/drawingml/2006/main">
              <a:ext uri="{FF2B5EF4-FFF2-40B4-BE49-F238E27FC236}">
                <a16:creationId xmlns:a16="http://schemas.microsoft.com/office/drawing/2014/main" id="{BE110D8C-2B70-436F-9CF1-20F30659BDD9}"/>
              </a:ext>
            </a:extLst>
          </p:cNvPr>
          <p:cNvSpPr>
            <a:spLocks xmlns:a="http://schemas.openxmlformats.org/drawingml/2006/main" noGrp="1"/>
          </p:cNvSpPr>
          <p:nvPr/>
        </p:nvSpPr>
        <p:spPr>
          <a:xfrm xmlns:a="http://schemas.openxmlformats.org/drawingml/2006/main">
            <a:off x="609600" y="3648075"/>
            <a:ext cx="3219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8181B"/>
                </a:solidFill>
                <a:latin typeface="Plus Jakarta Sans"/>
                <a:ea typeface="Plus Jakarta Sans"/>
                <a:cs typeface="Plus Jakarta Sans"/>
              </a:defRPr>
            </a:defPPr>
            <a:lvl1pPr>
              <a:defRPr sz="2100" b="0">
                <a:solidFill>
                  <a:srgbClr val="18181B"/>
                </a:solidFill>
                <a:latin typeface="Plus Jakarta Sans"/>
                <a:ea typeface="Plus Jakarta Sans"/>
                <a:cs typeface="Plus Jakarta Sans"/>
              </a:defRPr>
            </a:lvl1pPr>
            <a:lvl2pPr>
              <a:defRPr sz="2100" b="0">
                <a:solidFill>
                  <a:srgbClr val="18181B"/>
                </a:solidFill>
                <a:latin typeface="Plus Jakarta Sans"/>
                <a:ea typeface="Plus Jakarta Sans"/>
                <a:cs typeface="Plus Jakarta Sans"/>
              </a:defRPr>
            </a:lvl2pPr>
            <a:lvl3pPr>
              <a:defRPr sz="2100" b="0">
                <a:solidFill>
                  <a:srgbClr val="18181B"/>
                </a:solidFill>
                <a:latin typeface="Plus Jakarta Sans"/>
                <a:ea typeface="Plus Jakarta Sans"/>
                <a:cs typeface="Plus Jakarta Sans"/>
              </a:defRPr>
            </a:lvl3pPr>
            <a:lvl4pPr>
              <a:defRPr sz="2100" b="0">
                <a:solidFill>
                  <a:srgbClr val="18181B"/>
                </a:solidFill>
                <a:latin typeface="Plus Jakarta Sans"/>
                <a:ea typeface="Plus Jakarta Sans"/>
                <a:cs typeface="Plus Jakarta Sans"/>
              </a:defRPr>
            </a:lvl4pPr>
            <a:lvl5pPr>
              <a:defRPr sz="2100" b="0">
                <a:solidFill>
                  <a:srgbClr val="18181B"/>
                </a:solidFill>
                <a:latin typeface="Plus Jakarta Sans"/>
                <a:ea typeface="Plus Jakarta Sans"/>
                <a:cs typeface="Plus Jakarta Sans"/>
              </a:defRPr>
            </a:lvl5pPr>
            <a:lvl6pPr>
              <a:defRPr sz="2100" b="0">
                <a:solidFill>
                  <a:srgbClr val="18181B"/>
                </a:solidFill>
                <a:latin typeface="Plus Jakarta Sans"/>
                <a:ea typeface="Plus Jakarta Sans"/>
                <a:cs typeface="Plus Jakarta Sans"/>
              </a:defRPr>
            </a:lvl6pPr>
            <a:lvl7pPr>
              <a:defRPr sz="2100" b="0">
                <a:solidFill>
                  <a:srgbClr val="18181B"/>
                </a:solidFill>
                <a:latin typeface="Plus Jakarta Sans"/>
                <a:ea typeface="Plus Jakarta Sans"/>
                <a:cs typeface="Plus Jakarta Sans"/>
              </a:defRPr>
            </a:lvl7pPr>
            <a:lvl8pPr>
              <a:defRPr sz="2100" b="0">
                <a:solidFill>
                  <a:srgbClr val="18181B"/>
                </a:solidFill>
                <a:latin typeface="Plus Jakarta Sans"/>
                <a:ea typeface="Plus Jakarta Sans"/>
                <a:cs typeface="Plus Jakarta Sans"/>
              </a:defRPr>
            </a:lvl8pPr>
            <a:lvl9pPr>
              <a:defRPr sz="2100" b="0">
                <a:solidFill>
                  <a:srgbClr val="18181B"/>
                </a:solidFill>
                <a:latin typeface="Plus Jakarta Sans"/>
                <a:ea typeface="Plus Jakarta Sans"/>
                <a:cs typeface="Plus Jakarta Sans"/>
              </a:defRPr>
            </a:lvl9pPr>
          </a:lstStyle>
          <a:p xmlns:a="http://schemas.openxmlformats.org/drawingml/2006/main">
            <a:pPr>
              <a:defRPr sz="2100" b="0">
                <a:solidFill>
                  <a:srgbClr val="18181B"/>
                </a:solidFill>
                <a:latin typeface="Plus Jakarta Sans"/>
                <a:ea typeface="Plus Jakarta Sans"/>
                <a:cs typeface="Plus Jakarta Sans"/>
              </a:defRPr>
            </a:pPr>
            <a:r>
              <a:rPr sz="2100" b="0">
                <a:solidFill>
                  <a:srgbClr val="18181B"/>
                </a:solidFill>
                <a:latin typeface="Plus Jakarta Sans"/>
                <a:ea typeface="Plus Jakarta Sans"/>
                <a:cs typeface="Plus Jakarta Sans"/>
              </a:rPr>
              <a:t>of every paid course</a:t>
            </a:r>
          </a:p>
          <a:p xmlns:a="http://schemas.openxmlformats.org/drawingml/2006/main">
            <a:pPr>
              <a:defRPr sz="2100" b="0">
                <a:solidFill>
                  <a:srgbClr val="18181B"/>
                </a:solidFill>
                <a:latin typeface="Plus Jakarta Sans"/>
                <a:ea typeface="Plus Jakarta Sans"/>
                <a:cs typeface="Plus Jakarta Sans"/>
              </a:defRPr>
            </a:pPr>
            <a:r>
              <a:rPr sz="2100" b="0">
                <a:solidFill>
                  <a:srgbClr val="18181B"/>
                </a:solidFill>
                <a:latin typeface="Plus Jakarta Sans"/>
                <a:ea typeface="Plus Jakarta Sans"/>
                <a:cs typeface="Plus Jakarta Sans"/>
              </a:rPr>
              <a:t>is free to try</a:t>
            </a:r>
          </a:p>
        </p:txBody>
      </p:sp>
      <p:sp>
        <p:nvSpPr>
          <p:cNvPr id="8" name="Always free">
            <a:extLst xmlns:a="http://schemas.openxmlformats.org/drawingml/2006/main">
              <a:ext uri="{FF2B5EF4-FFF2-40B4-BE49-F238E27FC236}">
                <a16:creationId xmlns:a16="http://schemas.microsoft.com/office/drawing/2014/main" id="{A482A951-A7B4-4176-B1E4-EF83B7879BE1}"/>
              </a:ext>
            </a:extLst>
          </p:cNvPr>
          <p:cNvSpPr>
            <a:spLocks xmlns:a="http://schemas.openxmlformats.org/drawingml/2006/main" noGrp="1"/>
          </p:cNvSpPr>
          <p:nvPr/>
        </p:nvSpPr>
        <p:spPr>
          <a:xfrm xmlns:a="http://schemas.openxmlformats.org/drawingml/2006/main">
            <a:off x="4419600" y="2514600"/>
            <a:ext cx="461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963D50"/>
                </a:solidFill>
                <a:latin typeface="Sora"/>
                <a:ea typeface="Sora"/>
                <a:cs typeface="Sora"/>
              </a:defRPr>
            </a:defPPr>
            <a:lvl1pPr>
              <a:defRPr sz="3225" b="1">
                <a:solidFill>
                  <a:srgbClr val="963D50"/>
                </a:solidFill>
                <a:latin typeface="Sora"/>
                <a:ea typeface="Sora"/>
                <a:cs typeface="Sora"/>
              </a:defRPr>
            </a:lvl1pPr>
            <a:lvl2pPr>
              <a:defRPr sz="3225" b="1">
                <a:solidFill>
                  <a:srgbClr val="963D50"/>
                </a:solidFill>
                <a:latin typeface="Sora"/>
                <a:ea typeface="Sora"/>
                <a:cs typeface="Sora"/>
              </a:defRPr>
            </a:lvl2pPr>
            <a:lvl3pPr>
              <a:defRPr sz="3225" b="1">
                <a:solidFill>
                  <a:srgbClr val="963D50"/>
                </a:solidFill>
                <a:latin typeface="Sora"/>
                <a:ea typeface="Sora"/>
                <a:cs typeface="Sora"/>
              </a:defRPr>
            </a:lvl3pPr>
            <a:lvl4pPr>
              <a:defRPr sz="3225" b="1">
                <a:solidFill>
                  <a:srgbClr val="963D50"/>
                </a:solidFill>
                <a:latin typeface="Sora"/>
                <a:ea typeface="Sora"/>
                <a:cs typeface="Sora"/>
              </a:defRPr>
            </a:lvl4pPr>
            <a:lvl5pPr>
              <a:defRPr sz="3225" b="1">
                <a:solidFill>
                  <a:srgbClr val="963D50"/>
                </a:solidFill>
                <a:latin typeface="Sora"/>
                <a:ea typeface="Sora"/>
                <a:cs typeface="Sora"/>
              </a:defRPr>
            </a:lvl5pPr>
            <a:lvl6pPr>
              <a:defRPr sz="3225" b="1">
                <a:solidFill>
                  <a:srgbClr val="963D50"/>
                </a:solidFill>
                <a:latin typeface="Sora"/>
                <a:ea typeface="Sora"/>
                <a:cs typeface="Sora"/>
              </a:defRPr>
            </a:lvl6pPr>
            <a:lvl7pPr>
              <a:defRPr sz="3225" b="1">
                <a:solidFill>
                  <a:srgbClr val="963D50"/>
                </a:solidFill>
                <a:latin typeface="Sora"/>
                <a:ea typeface="Sora"/>
                <a:cs typeface="Sora"/>
              </a:defRPr>
            </a:lvl7pPr>
            <a:lvl8pPr>
              <a:defRPr sz="3225" b="1">
                <a:solidFill>
                  <a:srgbClr val="963D50"/>
                </a:solidFill>
                <a:latin typeface="Sora"/>
                <a:ea typeface="Sora"/>
                <a:cs typeface="Sora"/>
              </a:defRPr>
            </a:lvl8pPr>
            <a:lvl9pPr>
              <a:defRPr sz="3225" b="1">
                <a:solidFill>
                  <a:srgbClr val="963D50"/>
                </a:solidFill>
                <a:latin typeface="Sora"/>
                <a:ea typeface="Sora"/>
                <a:cs typeface="Sora"/>
              </a:defRPr>
            </a:lvl9pPr>
          </a:lstStyle>
          <a:p xmlns:a="http://schemas.openxmlformats.org/drawingml/2006/main">
            <a:pPr>
              <a:defRPr sz="3225" b="1">
                <a:solidFill>
                  <a:srgbClr val="963D50"/>
                </a:solidFill>
                <a:latin typeface="Sora"/>
                <a:ea typeface="Sora"/>
                <a:cs typeface="Sora"/>
              </a:defRPr>
            </a:pPr>
            <a:r>
              <a:rPr sz="3225" b="1">
                <a:solidFill>
                  <a:srgbClr val="963D50"/>
                </a:solidFill>
                <a:latin typeface="Sora"/>
                <a:ea typeface="Sora"/>
                <a:cs typeface="Sora"/>
              </a:rPr>
              <a:t>Always free</a:t>
            </a:r>
          </a:p>
        </p:txBody>
      </p:sp>
      <p:sp>
        <p:nvSpPr>
          <p:cNvPr id="9" name="Internship applications&#10;and interviews">
            <a:extLst xmlns:a="http://schemas.openxmlformats.org/drawingml/2006/main">
              <a:ext uri="{FF2B5EF4-FFF2-40B4-BE49-F238E27FC236}">
                <a16:creationId xmlns:a16="http://schemas.microsoft.com/office/drawing/2014/main" id="{39744067-7096-4A37-903A-147A230662CD}"/>
              </a:ext>
            </a:extLst>
          </p:cNvPr>
          <p:cNvSpPr>
            <a:spLocks xmlns:a="http://schemas.openxmlformats.org/drawingml/2006/main" noGrp="1"/>
          </p:cNvSpPr>
          <p:nvPr/>
        </p:nvSpPr>
        <p:spPr>
          <a:xfrm xmlns:a="http://schemas.openxmlformats.org/drawingml/2006/main">
            <a:off x="4419600" y="3257550"/>
            <a:ext cx="4667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8181B"/>
                </a:solidFill>
                <a:latin typeface="Plus Jakarta Sans"/>
                <a:ea typeface="Plus Jakarta Sans"/>
                <a:cs typeface="Plus Jakarta Sans"/>
              </a:defRPr>
            </a:defPPr>
            <a:lvl1pPr>
              <a:defRPr sz="2100" b="0">
                <a:solidFill>
                  <a:srgbClr val="18181B"/>
                </a:solidFill>
                <a:latin typeface="Plus Jakarta Sans"/>
                <a:ea typeface="Plus Jakarta Sans"/>
                <a:cs typeface="Plus Jakarta Sans"/>
              </a:defRPr>
            </a:lvl1pPr>
            <a:lvl2pPr>
              <a:defRPr sz="2100" b="0">
                <a:solidFill>
                  <a:srgbClr val="18181B"/>
                </a:solidFill>
                <a:latin typeface="Plus Jakarta Sans"/>
                <a:ea typeface="Plus Jakarta Sans"/>
                <a:cs typeface="Plus Jakarta Sans"/>
              </a:defRPr>
            </a:lvl2pPr>
            <a:lvl3pPr>
              <a:defRPr sz="2100" b="0">
                <a:solidFill>
                  <a:srgbClr val="18181B"/>
                </a:solidFill>
                <a:latin typeface="Plus Jakarta Sans"/>
                <a:ea typeface="Plus Jakarta Sans"/>
                <a:cs typeface="Plus Jakarta Sans"/>
              </a:defRPr>
            </a:lvl3pPr>
            <a:lvl4pPr>
              <a:defRPr sz="2100" b="0">
                <a:solidFill>
                  <a:srgbClr val="18181B"/>
                </a:solidFill>
                <a:latin typeface="Plus Jakarta Sans"/>
                <a:ea typeface="Plus Jakarta Sans"/>
                <a:cs typeface="Plus Jakarta Sans"/>
              </a:defRPr>
            </a:lvl4pPr>
            <a:lvl5pPr>
              <a:defRPr sz="2100" b="0">
                <a:solidFill>
                  <a:srgbClr val="18181B"/>
                </a:solidFill>
                <a:latin typeface="Plus Jakarta Sans"/>
                <a:ea typeface="Plus Jakarta Sans"/>
                <a:cs typeface="Plus Jakarta Sans"/>
              </a:defRPr>
            </a:lvl5pPr>
            <a:lvl6pPr>
              <a:defRPr sz="2100" b="0">
                <a:solidFill>
                  <a:srgbClr val="18181B"/>
                </a:solidFill>
                <a:latin typeface="Plus Jakarta Sans"/>
                <a:ea typeface="Plus Jakarta Sans"/>
                <a:cs typeface="Plus Jakarta Sans"/>
              </a:defRPr>
            </a:lvl6pPr>
            <a:lvl7pPr>
              <a:defRPr sz="2100" b="0">
                <a:solidFill>
                  <a:srgbClr val="18181B"/>
                </a:solidFill>
                <a:latin typeface="Plus Jakarta Sans"/>
                <a:ea typeface="Plus Jakarta Sans"/>
                <a:cs typeface="Plus Jakarta Sans"/>
              </a:defRPr>
            </a:lvl7pPr>
            <a:lvl8pPr>
              <a:defRPr sz="2100" b="0">
                <a:solidFill>
                  <a:srgbClr val="18181B"/>
                </a:solidFill>
                <a:latin typeface="Plus Jakarta Sans"/>
                <a:ea typeface="Plus Jakarta Sans"/>
                <a:cs typeface="Plus Jakarta Sans"/>
              </a:defRPr>
            </a:lvl8pPr>
            <a:lvl9pPr>
              <a:defRPr sz="2100" b="0">
                <a:solidFill>
                  <a:srgbClr val="18181B"/>
                </a:solidFill>
                <a:latin typeface="Plus Jakarta Sans"/>
                <a:ea typeface="Plus Jakarta Sans"/>
                <a:cs typeface="Plus Jakarta Sans"/>
              </a:defRPr>
            </a:lvl9pPr>
          </a:lstStyle>
          <a:p xmlns:a="http://schemas.openxmlformats.org/drawingml/2006/main">
            <a:pPr>
              <a:defRPr sz="2100" b="0">
                <a:solidFill>
                  <a:srgbClr val="18181B"/>
                </a:solidFill>
                <a:latin typeface="Plus Jakarta Sans"/>
                <a:ea typeface="Plus Jakarta Sans"/>
                <a:cs typeface="Plus Jakarta Sans"/>
              </a:defRPr>
            </a:pPr>
            <a:r>
              <a:rPr sz="2100" b="0">
                <a:solidFill>
                  <a:srgbClr val="18181B"/>
                </a:solidFill>
                <a:latin typeface="Plus Jakarta Sans"/>
                <a:ea typeface="Plus Jakarta Sans"/>
                <a:cs typeface="Plus Jakarta Sans"/>
              </a:rPr>
              <a:t>Internship applications</a:t>
            </a:r>
          </a:p>
          <a:p xmlns:a="http://schemas.openxmlformats.org/drawingml/2006/main">
            <a:pPr>
              <a:defRPr sz="2100" b="0">
                <a:solidFill>
                  <a:srgbClr val="18181B"/>
                </a:solidFill>
                <a:latin typeface="Plus Jakarta Sans"/>
                <a:ea typeface="Plus Jakarta Sans"/>
                <a:cs typeface="Plus Jakarta Sans"/>
              </a:defRPr>
            </a:pPr>
            <a:r>
              <a:rPr sz="2100" b="0">
                <a:solidFill>
                  <a:srgbClr val="18181B"/>
                </a:solidFill>
                <a:latin typeface="Plus Jakarta Sans"/>
                <a:ea typeface="Plus Jakarta Sans"/>
                <a:cs typeface="Plus Jakarta Sans"/>
              </a:rPr>
              <a:t>and interviews</a:t>
            </a:r>
          </a:p>
        </p:txBody>
      </p:sp>
      <p:sp>
        <p:nvSpPr>
          <p:cNvPr id="10" name="AI helps draft lessons.&#10;Human experts review them.">
            <a:extLst xmlns:a="http://schemas.openxmlformats.org/drawingml/2006/main">
              <a:ext uri="{FF2B5EF4-FFF2-40B4-BE49-F238E27FC236}">
                <a16:creationId xmlns:a16="http://schemas.microsoft.com/office/drawing/2014/main" id="{FB46C592-A38D-49E4-A576-8F6E5B8E1F75}"/>
              </a:ext>
            </a:extLst>
          </p:cNvPr>
          <p:cNvSpPr>
            <a:spLocks xmlns:a="http://schemas.openxmlformats.org/drawingml/2006/main" noGrp="1"/>
          </p:cNvSpPr>
          <p:nvPr/>
        </p:nvSpPr>
        <p:spPr>
          <a:xfrm xmlns:a="http://schemas.openxmlformats.org/drawingml/2006/main">
            <a:off x="609600" y="5153025"/>
            <a:ext cx="7572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181B"/>
                </a:solidFill>
                <a:latin typeface="Sora"/>
                <a:ea typeface="Sora"/>
                <a:cs typeface="Sora"/>
              </a:defRPr>
            </a:defPPr>
            <a:lvl1pPr>
              <a:defRPr sz="2175" b="1">
                <a:solidFill>
                  <a:srgbClr val="18181B"/>
                </a:solidFill>
                <a:latin typeface="Sora"/>
                <a:ea typeface="Sora"/>
                <a:cs typeface="Sora"/>
              </a:defRPr>
            </a:lvl1pPr>
            <a:lvl2pPr>
              <a:defRPr sz="2175" b="1">
                <a:solidFill>
                  <a:srgbClr val="18181B"/>
                </a:solidFill>
                <a:latin typeface="Sora"/>
                <a:ea typeface="Sora"/>
                <a:cs typeface="Sora"/>
              </a:defRPr>
            </a:lvl2pPr>
            <a:lvl3pPr>
              <a:defRPr sz="2175" b="1">
                <a:solidFill>
                  <a:srgbClr val="18181B"/>
                </a:solidFill>
                <a:latin typeface="Sora"/>
                <a:ea typeface="Sora"/>
                <a:cs typeface="Sora"/>
              </a:defRPr>
            </a:lvl3pPr>
            <a:lvl4pPr>
              <a:defRPr sz="2175" b="1">
                <a:solidFill>
                  <a:srgbClr val="18181B"/>
                </a:solidFill>
                <a:latin typeface="Sora"/>
                <a:ea typeface="Sora"/>
                <a:cs typeface="Sora"/>
              </a:defRPr>
            </a:lvl4pPr>
            <a:lvl5pPr>
              <a:defRPr sz="2175" b="1">
                <a:solidFill>
                  <a:srgbClr val="18181B"/>
                </a:solidFill>
                <a:latin typeface="Sora"/>
                <a:ea typeface="Sora"/>
                <a:cs typeface="Sora"/>
              </a:defRPr>
            </a:lvl5pPr>
            <a:lvl6pPr>
              <a:defRPr sz="2175" b="1">
                <a:solidFill>
                  <a:srgbClr val="18181B"/>
                </a:solidFill>
                <a:latin typeface="Sora"/>
                <a:ea typeface="Sora"/>
                <a:cs typeface="Sora"/>
              </a:defRPr>
            </a:lvl6pPr>
            <a:lvl7pPr>
              <a:defRPr sz="2175" b="1">
                <a:solidFill>
                  <a:srgbClr val="18181B"/>
                </a:solidFill>
                <a:latin typeface="Sora"/>
                <a:ea typeface="Sora"/>
                <a:cs typeface="Sora"/>
              </a:defRPr>
            </a:lvl7pPr>
            <a:lvl8pPr>
              <a:defRPr sz="2175" b="1">
                <a:solidFill>
                  <a:srgbClr val="18181B"/>
                </a:solidFill>
                <a:latin typeface="Sora"/>
                <a:ea typeface="Sora"/>
                <a:cs typeface="Sora"/>
              </a:defRPr>
            </a:lvl8pPr>
            <a:lvl9pPr>
              <a:defRPr sz="2175" b="1">
                <a:solidFill>
                  <a:srgbClr val="18181B"/>
                </a:solidFill>
                <a:latin typeface="Sora"/>
                <a:ea typeface="Sora"/>
                <a:cs typeface="Sora"/>
              </a:defRPr>
            </a:lvl9pPr>
          </a:lstStyle>
          <a:p xmlns:a="http://schemas.openxmlformats.org/drawingml/2006/main">
            <a:pPr>
              <a:defRPr sz="2175" b="1">
                <a:solidFill>
                  <a:srgbClr val="18181B"/>
                </a:solidFill>
                <a:latin typeface="Sora"/>
                <a:ea typeface="Sora"/>
                <a:cs typeface="Sora"/>
              </a:defRPr>
            </a:pPr>
            <a:r>
              <a:rPr sz="2175" b="1">
                <a:solidFill>
                  <a:srgbClr val="18181B"/>
                </a:solidFill>
                <a:latin typeface="Sora"/>
                <a:ea typeface="Sora"/>
                <a:cs typeface="Sora"/>
              </a:rPr>
              <a:t>AI helps draft lessons.</a:t>
            </a:r>
          </a:p>
          <a:p xmlns:a="http://schemas.openxmlformats.org/drawingml/2006/main">
            <a:pPr>
              <a:defRPr sz="2175" b="1">
                <a:solidFill>
                  <a:srgbClr val="18181B"/>
                </a:solidFill>
                <a:latin typeface="Sora"/>
                <a:ea typeface="Sora"/>
                <a:cs typeface="Sora"/>
              </a:defRPr>
            </a:pPr>
            <a:r>
              <a:rPr sz="2175" b="1">
                <a:solidFill>
                  <a:srgbClr val="18181B"/>
                </a:solidFill>
                <a:latin typeface="Sora"/>
                <a:ea typeface="Sora"/>
                <a:cs typeface="Sora"/>
              </a:rPr>
              <a:t>Human experts review them.</a:t>
            </a:r>
          </a:p>
        </p:txBody>
      </p:sp>
      <p:pic>
        <p:nvPicPr>
          <p:cNvPr id="11" name="">
            <a:extLst xmlns:a="http://schemas.openxmlformats.org/drawingml/2006/main">
              <a:ext uri="{FF2B5EF4-FFF2-40B4-BE49-F238E27FC236}">
                <a16:creationId xmlns:a16="http://schemas.microsoft.com/office/drawing/2014/main" id="{62F2EF23-7B92-4138-BED9-743BBA4E8AF7}"/>
              </a:ext>
            </a:extLst>
          </p:cNvPr>
          <p:cNvPicPr>
            <a:picLocks xmlns:a="http://schemas.openxmlformats.org/drawingml/2006/main" noChangeAspect="1"/>
          </p:cNvPicPr>
          <p:nvPr/>
        </p:nvPicPr>
        <p:blipFill>
          <a:blip xmlns:r="http://schemas.openxmlformats.org/officeDocument/2006/relationships" xmlns:a="http://schemas.openxmlformats.org/drawingml/2006/main" r:embed="Ra7e204fb388d4934"/>
          <a:stretch xmlns:a="http://schemas.openxmlformats.org/drawingml/2006/main"/>
        </p:blipFill>
        <p:spPr>
          <a:xfrm xmlns:a="http://schemas.openxmlformats.org/drawingml/2006/main">
            <a:off x="9029700" y="3633361"/>
            <a:ext cx="2619375" cy="2153503"/>
          </a:xfrm>
          <a:prstGeom xmlns:a="http://schemas.openxmlformats.org/drawingml/2006/main" prst="rect">
            <a:avLst/>
          </a:prstGeom>
        </p:spPr>
      </p:pic>
    </p:spTree>
    <p:extLst>
      <p:ext uri="{BB962C8B-B14F-4D97-AF65-F5344CB8AC3E}">
        <p14:creationId xmlns:p14="http://schemas.microsoft.com/office/powerpoint/2010/main" val="321314869"/>
      </p:ext>
    </p:extLst>
  </p:cSld>
</p:sld>
</file>

<file path=ppt/slides/slide8.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FBE3FE9-F39C-4D9B-83A1-A412C8D3045F}"/>
              </a:ext>
            </a:extLst>
          </p:cNvPr>
          <p:cNvPicPr>
            <a:picLocks xmlns:a="http://schemas.openxmlformats.org/drawingml/2006/main" noChangeAspect="1"/>
          </p:cNvPicPr>
          <p:nvPr/>
        </p:nvPicPr>
        <p:blipFill>
          <a:blip xmlns:r="http://schemas.openxmlformats.org/officeDocument/2006/relationships" xmlns:a="http://schemas.openxmlformats.org/drawingml/2006/main" r:embed="Rab9d9520b7d449c3"/>
          <a:stretch xmlns:a="http://schemas.openxmlformats.org/drawingml/2006/main"/>
        </p:blipFill>
        <p:spPr>
          <a:xfrm xmlns:a="http://schemas.openxmlformats.org/drawingml/2006/main">
            <a:off x="533400" y="351246"/>
            <a:ext cx="333375" cy="297634"/>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1B654788-8A14-409B-940F-43B1DA52E913}"/>
              </a:ext>
            </a:extLst>
          </p:cNvPr>
          <p:cNvPicPr>
            <a:picLocks xmlns:a="http://schemas.openxmlformats.org/drawingml/2006/main" noChangeAspect="1"/>
          </p:cNvPicPr>
          <p:nvPr/>
        </p:nvPicPr>
        <p:blipFill>
          <a:blip xmlns:r="http://schemas.openxmlformats.org/officeDocument/2006/relationships" xmlns:a="http://schemas.openxmlformats.org/drawingml/2006/main" r:embed="R35d77f85def8459d"/>
          <a:stretch xmlns:a="http://schemas.openxmlformats.org/drawingml/2006/main"/>
        </p:blipFill>
        <p:spPr>
          <a:xfrm xmlns:a="http://schemas.openxmlformats.org/drawingml/2006/main">
            <a:off x="984148" y="419100"/>
            <a:ext cx="1327355" cy="238125"/>
          </a:xfrm>
          <a:prstGeom xmlns:a="http://schemas.openxmlformats.org/drawingml/2006/main" prst="rect">
            <a:avLst/>
          </a:prstGeom>
        </p:spPr>
      </p:pic>
      <p:sp>
        <p:nvSpPr>
          <p:cNvPr id="4" name="08">
            <a:extLst xmlns:a="http://schemas.openxmlformats.org/drawingml/2006/main">
              <a:ext uri="{FF2B5EF4-FFF2-40B4-BE49-F238E27FC236}">
                <a16:creationId xmlns:a16="http://schemas.microsoft.com/office/drawing/2014/main" id="{5F97EEA3-6574-4D90-910D-9B357162BB5E}"/>
              </a:ext>
            </a:extLst>
          </p:cNvPr>
          <p:cNvSpPr>
            <a:spLocks xmlns:a="http://schemas.openxmlformats.org/drawingml/2006/main" noGrp="1"/>
          </p:cNvSpPr>
          <p:nvPr/>
        </p:nvSpPr>
        <p:spPr>
          <a:xfrm xmlns:a="http://schemas.openxmlformats.org/drawingml/2006/main">
            <a:off x="11087100" y="62103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716B70"/>
                </a:solidFill>
                <a:latin typeface="Plus Jakarta Sans"/>
                <a:ea typeface="Plus Jakarta Sans"/>
                <a:cs typeface="Plus Jakarta Sans"/>
              </a:defRPr>
            </a:defPPr>
            <a:lvl1pPr>
              <a:defRPr sz="1050" b="0">
                <a:solidFill>
                  <a:srgbClr val="716B70"/>
                </a:solidFill>
                <a:latin typeface="Plus Jakarta Sans"/>
                <a:ea typeface="Plus Jakarta Sans"/>
                <a:cs typeface="Plus Jakarta Sans"/>
              </a:defRPr>
            </a:lvl1pPr>
            <a:lvl2pPr>
              <a:defRPr sz="1050" b="0">
                <a:solidFill>
                  <a:srgbClr val="716B70"/>
                </a:solidFill>
                <a:latin typeface="Plus Jakarta Sans"/>
                <a:ea typeface="Plus Jakarta Sans"/>
                <a:cs typeface="Plus Jakarta Sans"/>
              </a:defRPr>
            </a:lvl2pPr>
            <a:lvl3pPr>
              <a:defRPr sz="1050" b="0">
                <a:solidFill>
                  <a:srgbClr val="716B70"/>
                </a:solidFill>
                <a:latin typeface="Plus Jakarta Sans"/>
                <a:ea typeface="Plus Jakarta Sans"/>
                <a:cs typeface="Plus Jakarta Sans"/>
              </a:defRPr>
            </a:lvl3pPr>
            <a:lvl4pPr>
              <a:defRPr sz="1050" b="0">
                <a:solidFill>
                  <a:srgbClr val="716B70"/>
                </a:solidFill>
                <a:latin typeface="Plus Jakarta Sans"/>
                <a:ea typeface="Plus Jakarta Sans"/>
                <a:cs typeface="Plus Jakarta Sans"/>
              </a:defRPr>
            </a:lvl4pPr>
            <a:lvl5pPr>
              <a:defRPr sz="1050" b="0">
                <a:solidFill>
                  <a:srgbClr val="716B70"/>
                </a:solidFill>
                <a:latin typeface="Plus Jakarta Sans"/>
                <a:ea typeface="Plus Jakarta Sans"/>
                <a:cs typeface="Plus Jakarta Sans"/>
              </a:defRPr>
            </a:lvl5pPr>
            <a:lvl6pPr>
              <a:defRPr sz="1050" b="0">
                <a:solidFill>
                  <a:srgbClr val="716B70"/>
                </a:solidFill>
                <a:latin typeface="Plus Jakarta Sans"/>
                <a:ea typeface="Plus Jakarta Sans"/>
                <a:cs typeface="Plus Jakarta Sans"/>
              </a:defRPr>
            </a:lvl6pPr>
            <a:lvl7pPr>
              <a:defRPr sz="1050" b="0">
                <a:solidFill>
                  <a:srgbClr val="716B70"/>
                </a:solidFill>
                <a:latin typeface="Plus Jakarta Sans"/>
                <a:ea typeface="Plus Jakarta Sans"/>
                <a:cs typeface="Plus Jakarta Sans"/>
              </a:defRPr>
            </a:lvl7pPr>
            <a:lvl8pPr>
              <a:defRPr sz="1050" b="0">
                <a:solidFill>
                  <a:srgbClr val="716B70"/>
                </a:solidFill>
                <a:latin typeface="Plus Jakarta Sans"/>
                <a:ea typeface="Plus Jakarta Sans"/>
                <a:cs typeface="Plus Jakarta Sans"/>
              </a:defRPr>
            </a:lvl8pPr>
            <a:lvl9pPr>
              <a:defRPr sz="1050" b="0">
                <a:solidFill>
                  <a:srgbClr val="716B70"/>
                </a:solidFill>
                <a:latin typeface="Plus Jakarta Sans"/>
                <a:ea typeface="Plus Jakarta Sans"/>
                <a:cs typeface="Plus Jakarta Sans"/>
              </a:defRPr>
            </a:lvl9pPr>
          </a:lstStyle>
          <a:p xmlns:a="http://schemas.openxmlformats.org/drawingml/2006/main">
            <a:pPr>
              <a:defRPr sz="1050" b="0">
                <a:solidFill>
                  <a:srgbClr val="716B70"/>
                </a:solidFill>
                <a:latin typeface="Plus Jakarta Sans"/>
                <a:ea typeface="Plus Jakarta Sans"/>
                <a:cs typeface="Plus Jakarta Sans"/>
              </a:defRPr>
            </a:pPr>
            <a:r>
              <a:rPr sz="1050" b="0">
                <a:solidFill>
                  <a:srgbClr val="716B70"/>
                </a:solidFill>
                <a:latin typeface="Plus Jakarta Sans"/>
                <a:ea typeface="Plus Jakarta Sans"/>
                <a:cs typeface="Plus Jakarta Sans"/>
              </a:rPr>
              <a:t>08</a:t>
            </a:r>
          </a:p>
        </p:txBody>
      </p:sp>
      <p:sp>
        <p:nvSpPr>
          <p:cNvPr id="5" name="The proposed revenue model">
            <a:extLst xmlns:a="http://schemas.openxmlformats.org/drawingml/2006/main">
              <a:ext uri="{FF2B5EF4-FFF2-40B4-BE49-F238E27FC236}">
                <a16:creationId xmlns:a16="http://schemas.microsoft.com/office/drawing/2014/main" id="{EEF21967-0CC9-458D-83FE-48B94A1176AB}"/>
              </a:ext>
            </a:extLst>
          </p:cNvPr>
          <p:cNvSpPr>
            <a:spLocks xmlns:a="http://schemas.openxmlformats.org/drawingml/2006/main" noGrp="1"/>
          </p:cNvSpPr>
          <p:nvPr/>
        </p:nvSpPr>
        <p:spPr>
          <a:xfrm xmlns:a="http://schemas.openxmlformats.org/drawingml/2006/main">
            <a:off x="609600" y="1009650"/>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8181B"/>
                </a:solidFill>
                <a:latin typeface="Sora"/>
                <a:ea typeface="Sora"/>
                <a:cs typeface="Sora"/>
              </a:defRPr>
            </a:defPPr>
            <a:lvl1pPr>
              <a:defRPr sz="3600" b="1">
                <a:solidFill>
                  <a:srgbClr val="18181B"/>
                </a:solidFill>
                <a:latin typeface="Sora"/>
                <a:ea typeface="Sora"/>
                <a:cs typeface="Sora"/>
              </a:defRPr>
            </a:lvl1pPr>
            <a:lvl2pPr>
              <a:defRPr sz="3600" b="1">
                <a:solidFill>
                  <a:srgbClr val="18181B"/>
                </a:solidFill>
                <a:latin typeface="Sora"/>
                <a:ea typeface="Sora"/>
                <a:cs typeface="Sora"/>
              </a:defRPr>
            </a:lvl2pPr>
            <a:lvl3pPr>
              <a:defRPr sz="3600" b="1">
                <a:solidFill>
                  <a:srgbClr val="18181B"/>
                </a:solidFill>
                <a:latin typeface="Sora"/>
                <a:ea typeface="Sora"/>
                <a:cs typeface="Sora"/>
              </a:defRPr>
            </a:lvl3pPr>
            <a:lvl4pPr>
              <a:defRPr sz="3600" b="1">
                <a:solidFill>
                  <a:srgbClr val="18181B"/>
                </a:solidFill>
                <a:latin typeface="Sora"/>
                <a:ea typeface="Sora"/>
                <a:cs typeface="Sora"/>
              </a:defRPr>
            </a:lvl4pPr>
            <a:lvl5pPr>
              <a:defRPr sz="3600" b="1">
                <a:solidFill>
                  <a:srgbClr val="18181B"/>
                </a:solidFill>
                <a:latin typeface="Sora"/>
                <a:ea typeface="Sora"/>
                <a:cs typeface="Sora"/>
              </a:defRPr>
            </a:lvl5pPr>
            <a:lvl6pPr>
              <a:defRPr sz="3600" b="1">
                <a:solidFill>
                  <a:srgbClr val="18181B"/>
                </a:solidFill>
                <a:latin typeface="Sora"/>
                <a:ea typeface="Sora"/>
                <a:cs typeface="Sora"/>
              </a:defRPr>
            </a:lvl6pPr>
            <a:lvl7pPr>
              <a:defRPr sz="3600" b="1">
                <a:solidFill>
                  <a:srgbClr val="18181B"/>
                </a:solidFill>
                <a:latin typeface="Sora"/>
                <a:ea typeface="Sora"/>
                <a:cs typeface="Sora"/>
              </a:defRPr>
            </a:lvl7pPr>
            <a:lvl8pPr>
              <a:defRPr sz="3600" b="1">
                <a:solidFill>
                  <a:srgbClr val="18181B"/>
                </a:solidFill>
                <a:latin typeface="Sora"/>
                <a:ea typeface="Sora"/>
                <a:cs typeface="Sora"/>
              </a:defRPr>
            </a:lvl8pPr>
            <a:lvl9pPr>
              <a:defRPr sz="3600" b="1">
                <a:solidFill>
                  <a:srgbClr val="18181B"/>
                </a:solidFill>
                <a:latin typeface="Sora"/>
                <a:ea typeface="Sora"/>
                <a:cs typeface="Sora"/>
              </a:defRPr>
            </a:lvl9pPr>
          </a:lstStyle>
          <a:p xmlns:a="http://schemas.openxmlformats.org/drawingml/2006/main">
            <a:pPr>
              <a:defRPr sz="3600" b="1">
                <a:solidFill>
                  <a:srgbClr val="18181B"/>
                </a:solidFill>
                <a:latin typeface="Sora"/>
                <a:ea typeface="Sora"/>
                <a:cs typeface="Sora"/>
              </a:defRPr>
            </a:pPr>
            <a:r>
              <a:rPr sz="3600" b="1">
                <a:solidFill>
                  <a:srgbClr val="18181B"/>
                </a:solidFill>
                <a:latin typeface="Sora"/>
                <a:ea typeface="Sora"/>
                <a:cs typeface="Sora"/>
              </a:rPr>
              <a:t>The proposed revenue model</a:t>
            </a:r>
          </a:p>
        </p:txBody>
      </p:sp>
      <p:sp>
        <p:nvSpPr>
          <p:cNvPr id="6" name="Learners">
            <a:extLst xmlns:a="http://schemas.openxmlformats.org/drawingml/2006/main">
              <a:ext uri="{FF2B5EF4-FFF2-40B4-BE49-F238E27FC236}">
                <a16:creationId xmlns:a16="http://schemas.microsoft.com/office/drawing/2014/main" id="{BC083B66-45BB-495A-A7A6-BB1906072850}"/>
              </a:ext>
            </a:extLst>
          </p:cNvPr>
          <p:cNvSpPr>
            <a:spLocks xmlns:a="http://schemas.openxmlformats.org/drawingml/2006/main" noGrp="1"/>
          </p:cNvSpPr>
          <p:nvPr/>
        </p:nvSpPr>
        <p:spPr>
          <a:xfrm xmlns:a="http://schemas.openxmlformats.org/drawingml/2006/main">
            <a:off x="609600" y="23526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963D50"/>
                </a:solidFill>
                <a:latin typeface="Sora"/>
                <a:ea typeface="Sora"/>
                <a:cs typeface="Sora"/>
              </a:defRPr>
            </a:defPPr>
            <a:lvl1pPr>
              <a:defRPr sz="2325" b="1">
                <a:solidFill>
                  <a:srgbClr val="963D50"/>
                </a:solidFill>
                <a:latin typeface="Sora"/>
                <a:ea typeface="Sora"/>
                <a:cs typeface="Sora"/>
              </a:defRPr>
            </a:lvl1pPr>
            <a:lvl2pPr>
              <a:defRPr sz="2325" b="1">
                <a:solidFill>
                  <a:srgbClr val="963D50"/>
                </a:solidFill>
                <a:latin typeface="Sora"/>
                <a:ea typeface="Sora"/>
                <a:cs typeface="Sora"/>
              </a:defRPr>
            </a:lvl2pPr>
            <a:lvl3pPr>
              <a:defRPr sz="2325" b="1">
                <a:solidFill>
                  <a:srgbClr val="963D50"/>
                </a:solidFill>
                <a:latin typeface="Sora"/>
                <a:ea typeface="Sora"/>
                <a:cs typeface="Sora"/>
              </a:defRPr>
            </a:lvl3pPr>
            <a:lvl4pPr>
              <a:defRPr sz="2325" b="1">
                <a:solidFill>
                  <a:srgbClr val="963D50"/>
                </a:solidFill>
                <a:latin typeface="Sora"/>
                <a:ea typeface="Sora"/>
                <a:cs typeface="Sora"/>
              </a:defRPr>
            </a:lvl4pPr>
            <a:lvl5pPr>
              <a:defRPr sz="2325" b="1">
                <a:solidFill>
                  <a:srgbClr val="963D50"/>
                </a:solidFill>
                <a:latin typeface="Sora"/>
                <a:ea typeface="Sora"/>
                <a:cs typeface="Sora"/>
              </a:defRPr>
            </a:lvl5pPr>
            <a:lvl6pPr>
              <a:defRPr sz="2325" b="1">
                <a:solidFill>
                  <a:srgbClr val="963D50"/>
                </a:solidFill>
                <a:latin typeface="Sora"/>
                <a:ea typeface="Sora"/>
                <a:cs typeface="Sora"/>
              </a:defRPr>
            </a:lvl6pPr>
            <a:lvl7pPr>
              <a:defRPr sz="2325" b="1">
                <a:solidFill>
                  <a:srgbClr val="963D50"/>
                </a:solidFill>
                <a:latin typeface="Sora"/>
                <a:ea typeface="Sora"/>
                <a:cs typeface="Sora"/>
              </a:defRPr>
            </a:lvl7pPr>
            <a:lvl8pPr>
              <a:defRPr sz="2325" b="1">
                <a:solidFill>
                  <a:srgbClr val="963D50"/>
                </a:solidFill>
                <a:latin typeface="Sora"/>
                <a:ea typeface="Sora"/>
                <a:cs typeface="Sora"/>
              </a:defRPr>
            </a:lvl8pPr>
            <a:lvl9pPr>
              <a:defRPr sz="2325" b="1">
                <a:solidFill>
                  <a:srgbClr val="963D50"/>
                </a:solidFill>
                <a:latin typeface="Sora"/>
                <a:ea typeface="Sora"/>
                <a:cs typeface="Sora"/>
              </a:defRPr>
            </a:lvl9pPr>
          </a:lstStyle>
          <a:p xmlns:a="http://schemas.openxmlformats.org/drawingml/2006/main">
            <a:pPr>
              <a:defRPr sz="2325" b="1">
                <a:solidFill>
                  <a:srgbClr val="963D50"/>
                </a:solidFill>
                <a:latin typeface="Sora"/>
                <a:ea typeface="Sora"/>
                <a:cs typeface="Sora"/>
              </a:defRPr>
            </a:pPr>
            <a:r>
              <a:rPr sz="2325" b="1">
                <a:solidFill>
                  <a:srgbClr val="963D50"/>
                </a:solidFill>
                <a:latin typeface="Sora"/>
                <a:ea typeface="Sora"/>
                <a:cs typeface="Sora"/>
              </a:rPr>
              <a:t>Learners</a:t>
            </a:r>
          </a:p>
        </p:txBody>
      </p:sp>
      <p:sp>
        <p:nvSpPr>
          <p:cNvPr id="7" name="Pay to unlock the&#10;remaining 75%">
            <a:extLst xmlns:a="http://schemas.openxmlformats.org/drawingml/2006/main">
              <a:ext uri="{FF2B5EF4-FFF2-40B4-BE49-F238E27FC236}">
                <a16:creationId xmlns:a16="http://schemas.microsoft.com/office/drawing/2014/main" id="{4F66EE75-59C2-4261-AF3C-C94BDF3B555E}"/>
              </a:ext>
            </a:extLst>
          </p:cNvPr>
          <p:cNvSpPr>
            <a:spLocks xmlns:a="http://schemas.openxmlformats.org/drawingml/2006/main" noGrp="1"/>
          </p:cNvSpPr>
          <p:nvPr/>
        </p:nvSpPr>
        <p:spPr>
          <a:xfrm xmlns:a="http://schemas.openxmlformats.org/drawingml/2006/main">
            <a:off x="609600" y="3019425"/>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8181B"/>
                </a:solidFill>
                <a:latin typeface="Sora"/>
                <a:ea typeface="Sora"/>
                <a:cs typeface="Sora"/>
              </a:defRPr>
            </a:defPPr>
            <a:lvl1pPr>
              <a:defRPr sz="2850" b="1">
                <a:solidFill>
                  <a:srgbClr val="18181B"/>
                </a:solidFill>
                <a:latin typeface="Sora"/>
                <a:ea typeface="Sora"/>
                <a:cs typeface="Sora"/>
              </a:defRPr>
            </a:lvl1pPr>
            <a:lvl2pPr>
              <a:defRPr sz="2850" b="1">
                <a:solidFill>
                  <a:srgbClr val="18181B"/>
                </a:solidFill>
                <a:latin typeface="Sora"/>
                <a:ea typeface="Sora"/>
                <a:cs typeface="Sora"/>
              </a:defRPr>
            </a:lvl2pPr>
            <a:lvl3pPr>
              <a:defRPr sz="2850" b="1">
                <a:solidFill>
                  <a:srgbClr val="18181B"/>
                </a:solidFill>
                <a:latin typeface="Sora"/>
                <a:ea typeface="Sora"/>
                <a:cs typeface="Sora"/>
              </a:defRPr>
            </a:lvl3pPr>
            <a:lvl4pPr>
              <a:defRPr sz="2850" b="1">
                <a:solidFill>
                  <a:srgbClr val="18181B"/>
                </a:solidFill>
                <a:latin typeface="Sora"/>
                <a:ea typeface="Sora"/>
                <a:cs typeface="Sora"/>
              </a:defRPr>
            </a:lvl4pPr>
            <a:lvl5pPr>
              <a:defRPr sz="2850" b="1">
                <a:solidFill>
                  <a:srgbClr val="18181B"/>
                </a:solidFill>
                <a:latin typeface="Sora"/>
                <a:ea typeface="Sora"/>
                <a:cs typeface="Sora"/>
              </a:defRPr>
            </a:lvl5pPr>
            <a:lvl6pPr>
              <a:defRPr sz="2850" b="1">
                <a:solidFill>
                  <a:srgbClr val="18181B"/>
                </a:solidFill>
                <a:latin typeface="Sora"/>
                <a:ea typeface="Sora"/>
                <a:cs typeface="Sora"/>
              </a:defRPr>
            </a:lvl6pPr>
            <a:lvl7pPr>
              <a:defRPr sz="2850" b="1">
                <a:solidFill>
                  <a:srgbClr val="18181B"/>
                </a:solidFill>
                <a:latin typeface="Sora"/>
                <a:ea typeface="Sora"/>
                <a:cs typeface="Sora"/>
              </a:defRPr>
            </a:lvl7pPr>
            <a:lvl8pPr>
              <a:defRPr sz="2850" b="1">
                <a:solidFill>
                  <a:srgbClr val="18181B"/>
                </a:solidFill>
                <a:latin typeface="Sora"/>
                <a:ea typeface="Sora"/>
                <a:cs typeface="Sora"/>
              </a:defRPr>
            </a:lvl8pPr>
            <a:lvl9pPr>
              <a:defRPr sz="2850" b="1">
                <a:solidFill>
                  <a:srgbClr val="18181B"/>
                </a:solidFill>
                <a:latin typeface="Sora"/>
                <a:ea typeface="Sora"/>
                <a:cs typeface="Sora"/>
              </a:defRPr>
            </a:lvl9pPr>
          </a:lstStyle>
          <a:p xmlns:a="http://schemas.openxmlformats.org/drawingml/2006/main">
            <a:pPr>
              <a:defRPr sz="2850" b="1">
                <a:solidFill>
                  <a:srgbClr val="18181B"/>
                </a:solidFill>
                <a:latin typeface="Sora"/>
                <a:ea typeface="Sora"/>
                <a:cs typeface="Sora"/>
              </a:defRPr>
            </a:pPr>
            <a:r>
              <a:rPr sz="2850" b="1">
                <a:solidFill>
                  <a:srgbClr val="18181B"/>
                </a:solidFill>
                <a:latin typeface="Sora"/>
                <a:ea typeface="Sora"/>
                <a:cs typeface="Sora"/>
              </a:rPr>
              <a:t>Pay to unlock the</a:t>
            </a:r>
          </a:p>
          <a:p xmlns:a="http://schemas.openxmlformats.org/drawingml/2006/main">
            <a:pPr>
              <a:defRPr sz="2850" b="1">
                <a:solidFill>
                  <a:srgbClr val="18181B"/>
                </a:solidFill>
                <a:latin typeface="Sora"/>
                <a:ea typeface="Sora"/>
                <a:cs typeface="Sora"/>
              </a:defRPr>
            </a:pPr>
            <a:r>
              <a:rPr sz="2850" b="1">
                <a:solidFill>
                  <a:srgbClr val="18181B"/>
                </a:solidFill>
                <a:latin typeface="Sora"/>
                <a:ea typeface="Sora"/>
                <a:cs typeface="Sora"/>
              </a:rPr>
              <a:t>remaining 75%</a:t>
            </a:r>
          </a:p>
        </p:txBody>
      </p:sp>
      <p:sp>
        <p:nvSpPr>
          <p:cNvPr id="8" name="Only for paid courses">
            <a:extLst xmlns:a="http://schemas.openxmlformats.org/drawingml/2006/main">
              <a:ext uri="{FF2B5EF4-FFF2-40B4-BE49-F238E27FC236}">
                <a16:creationId xmlns:a16="http://schemas.microsoft.com/office/drawing/2014/main" id="{A3734A2C-A160-4792-914B-A8E27E3211AC}"/>
              </a:ext>
            </a:extLst>
          </p:cNvPr>
          <p:cNvSpPr>
            <a:spLocks xmlns:a="http://schemas.openxmlformats.org/drawingml/2006/main" noGrp="1"/>
          </p:cNvSpPr>
          <p:nvPr/>
        </p:nvSpPr>
        <p:spPr>
          <a:xfrm xmlns:a="http://schemas.openxmlformats.org/drawingml/2006/main">
            <a:off x="609600" y="429577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716B70"/>
                </a:solidFill>
                <a:latin typeface="Plus Jakarta Sans"/>
                <a:ea typeface="Plus Jakarta Sans"/>
                <a:cs typeface="Plus Jakarta Sans"/>
              </a:defRPr>
            </a:defPPr>
            <a:lvl1pPr>
              <a:defRPr sz="1800" b="0">
                <a:solidFill>
                  <a:srgbClr val="716B70"/>
                </a:solidFill>
                <a:latin typeface="Plus Jakarta Sans"/>
                <a:ea typeface="Plus Jakarta Sans"/>
                <a:cs typeface="Plus Jakarta Sans"/>
              </a:defRPr>
            </a:lvl1pPr>
            <a:lvl2pPr>
              <a:defRPr sz="1800" b="0">
                <a:solidFill>
                  <a:srgbClr val="716B70"/>
                </a:solidFill>
                <a:latin typeface="Plus Jakarta Sans"/>
                <a:ea typeface="Plus Jakarta Sans"/>
                <a:cs typeface="Plus Jakarta Sans"/>
              </a:defRPr>
            </a:lvl2pPr>
            <a:lvl3pPr>
              <a:defRPr sz="1800" b="0">
                <a:solidFill>
                  <a:srgbClr val="716B70"/>
                </a:solidFill>
                <a:latin typeface="Plus Jakarta Sans"/>
                <a:ea typeface="Plus Jakarta Sans"/>
                <a:cs typeface="Plus Jakarta Sans"/>
              </a:defRPr>
            </a:lvl3pPr>
            <a:lvl4pPr>
              <a:defRPr sz="1800" b="0">
                <a:solidFill>
                  <a:srgbClr val="716B70"/>
                </a:solidFill>
                <a:latin typeface="Plus Jakarta Sans"/>
                <a:ea typeface="Plus Jakarta Sans"/>
                <a:cs typeface="Plus Jakarta Sans"/>
              </a:defRPr>
            </a:lvl4pPr>
            <a:lvl5pPr>
              <a:defRPr sz="1800" b="0">
                <a:solidFill>
                  <a:srgbClr val="716B70"/>
                </a:solidFill>
                <a:latin typeface="Plus Jakarta Sans"/>
                <a:ea typeface="Plus Jakarta Sans"/>
                <a:cs typeface="Plus Jakarta Sans"/>
              </a:defRPr>
            </a:lvl5pPr>
            <a:lvl6pPr>
              <a:defRPr sz="1800" b="0">
                <a:solidFill>
                  <a:srgbClr val="716B70"/>
                </a:solidFill>
                <a:latin typeface="Plus Jakarta Sans"/>
                <a:ea typeface="Plus Jakarta Sans"/>
                <a:cs typeface="Plus Jakarta Sans"/>
              </a:defRPr>
            </a:lvl6pPr>
            <a:lvl7pPr>
              <a:defRPr sz="1800" b="0">
                <a:solidFill>
                  <a:srgbClr val="716B70"/>
                </a:solidFill>
                <a:latin typeface="Plus Jakarta Sans"/>
                <a:ea typeface="Plus Jakarta Sans"/>
                <a:cs typeface="Plus Jakarta Sans"/>
              </a:defRPr>
            </a:lvl7pPr>
            <a:lvl8pPr>
              <a:defRPr sz="1800" b="0">
                <a:solidFill>
                  <a:srgbClr val="716B70"/>
                </a:solidFill>
                <a:latin typeface="Plus Jakarta Sans"/>
                <a:ea typeface="Plus Jakarta Sans"/>
                <a:cs typeface="Plus Jakarta Sans"/>
              </a:defRPr>
            </a:lvl8pPr>
            <a:lvl9pPr>
              <a:defRPr sz="1800" b="0">
                <a:solidFill>
                  <a:srgbClr val="716B70"/>
                </a:solidFill>
                <a:latin typeface="Plus Jakarta Sans"/>
                <a:ea typeface="Plus Jakarta Sans"/>
                <a:cs typeface="Plus Jakarta Sans"/>
              </a:defRPr>
            </a:lvl9pPr>
          </a:lstStyle>
          <a:p xmlns:a="http://schemas.openxmlformats.org/drawingml/2006/main">
            <a:pPr>
              <a:defRPr sz="1800" b="0">
                <a:solidFill>
                  <a:srgbClr val="716B70"/>
                </a:solidFill>
                <a:latin typeface="Plus Jakarta Sans"/>
                <a:ea typeface="Plus Jakarta Sans"/>
                <a:cs typeface="Plus Jakarta Sans"/>
              </a:defRPr>
            </a:pPr>
            <a:r>
              <a:rPr sz="1800" b="0">
                <a:solidFill>
                  <a:srgbClr val="716B70"/>
                </a:solidFill>
                <a:latin typeface="Plus Jakarta Sans"/>
                <a:ea typeface="Plus Jakarta Sans"/>
                <a:cs typeface="Plus Jakarta Sans"/>
              </a:rPr>
              <a:t>Only for paid courses</a:t>
            </a:r>
          </a:p>
        </p:txBody>
      </p:sp>
      <p:sp>
        <p:nvSpPr>
          <p:cNvPr id="9" name="Companies">
            <a:extLst xmlns:a="http://schemas.openxmlformats.org/drawingml/2006/main">
              <a:ext uri="{FF2B5EF4-FFF2-40B4-BE49-F238E27FC236}">
                <a16:creationId xmlns:a16="http://schemas.microsoft.com/office/drawing/2014/main" id="{DDDD1733-5723-4E88-AA81-356FA1129BE9}"/>
              </a:ext>
            </a:extLst>
          </p:cNvPr>
          <p:cNvSpPr>
            <a:spLocks xmlns:a="http://schemas.openxmlformats.org/drawingml/2006/main" noGrp="1"/>
          </p:cNvSpPr>
          <p:nvPr/>
        </p:nvSpPr>
        <p:spPr>
          <a:xfrm xmlns:a="http://schemas.openxmlformats.org/drawingml/2006/main">
            <a:off x="6591300" y="23526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963D50"/>
                </a:solidFill>
                <a:latin typeface="Sora"/>
                <a:ea typeface="Sora"/>
                <a:cs typeface="Sora"/>
              </a:defRPr>
            </a:defPPr>
            <a:lvl1pPr>
              <a:defRPr sz="2325" b="1">
                <a:solidFill>
                  <a:srgbClr val="963D50"/>
                </a:solidFill>
                <a:latin typeface="Sora"/>
                <a:ea typeface="Sora"/>
                <a:cs typeface="Sora"/>
              </a:defRPr>
            </a:lvl1pPr>
            <a:lvl2pPr>
              <a:defRPr sz="2325" b="1">
                <a:solidFill>
                  <a:srgbClr val="963D50"/>
                </a:solidFill>
                <a:latin typeface="Sora"/>
                <a:ea typeface="Sora"/>
                <a:cs typeface="Sora"/>
              </a:defRPr>
            </a:lvl2pPr>
            <a:lvl3pPr>
              <a:defRPr sz="2325" b="1">
                <a:solidFill>
                  <a:srgbClr val="963D50"/>
                </a:solidFill>
                <a:latin typeface="Sora"/>
                <a:ea typeface="Sora"/>
                <a:cs typeface="Sora"/>
              </a:defRPr>
            </a:lvl3pPr>
            <a:lvl4pPr>
              <a:defRPr sz="2325" b="1">
                <a:solidFill>
                  <a:srgbClr val="963D50"/>
                </a:solidFill>
                <a:latin typeface="Sora"/>
                <a:ea typeface="Sora"/>
                <a:cs typeface="Sora"/>
              </a:defRPr>
            </a:lvl4pPr>
            <a:lvl5pPr>
              <a:defRPr sz="2325" b="1">
                <a:solidFill>
                  <a:srgbClr val="963D50"/>
                </a:solidFill>
                <a:latin typeface="Sora"/>
                <a:ea typeface="Sora"/>
                <a:cs typeface="Sora"/>
              </a:defRPr>
            </a:lvl5pPr>
            <a:lvl6pPr>
              <a:defRPr sz="2325" b="1">
                <a:solidFill>
                  <a:srgbClr val="963D50"/>
                </a:solidFill>
                <a:latin typeface="Sora"/>
                <a:ea typeface="Sora"/>
                <a:cs typeface="Sora"/>
              </a:defRPr>
            </a:lvl6pPr>
            <a:lvl7pPr>
              <a:defRPr sz="2325" b="1">
                <a:solidFill>
                  <a:srgbClr val="963D50"/>
                </a:solidFill>
                <a:latin typeface="Sora"/>
                <a:ea typeface="Sora"/>
                <a:cs typeface="Sora"/>
              </a:defRPr>
            </a:lvl7pPr>
            <a:lvl8pPr>
              <a:defRPr sz="2325" b="1">
                <a:solidFill>
                  <a:srgbClr val="963D50"/>
                </a:solidFill>
                <a:latin typeface="Sora"/>
                <a:ea typeface="Sora"/>
                <a:cs typeface="Sora"/>
              </a:defRPr>
            </a:lvl8pPr>
            <a:lvl9pPr>
              <a:defRPr sz="2325" b="1">
                <a:solidFill>
                  <a:srgbClr val="963D50"/>
                </a:solidFill>
                <a:latin typeface="Sora"/>
                <a:ea typeface="Sora"/>
                <a:cs typeface="Sora"/>
              </a:defRPr>
            </a:lvl9pPr>
          </a:lstStyle>
          <a:p xmlns:a="http://schemas.openxmlformats.org/drawingml/2006/main">
            <a:pPr>
              <a:defRPr sz="2325" b="1">
                <a:solidFill>
                  <a:srgbClr val="963D50"/>
                </a:solidFill>
                <a:latin typeface="Sora"/>
                <a:ea typeface="Sora"/>
                <a:cs typeface="Sora"/>
              </a:defRPr>
            </a:pPr>
            <a:r>
              <a:rPr sz="2325" b="1">
                <a:solidFill>
                  <a:srgbClr val="963D50"/>
                </a:solidFill>
                <a:latin typeface="Sora"/>
                <a:ea typeface="Sora"/>
                <a:cs typeface="Sora"/>
              </a:rPr>
              <a:t>Companies</a:t>
            </a:r>
          </a:p>
        </p:txBody>
      </p:sp>
      <p:sp>
        <p:nvSpPr>
          <p:cNvPr id="10" name="Challenge posting fee&#10;Fee for a successful hire">
            <a:extLst xmlns:a="http://schemas.openxmlformats.org/drawingml/2006/main">
              <a:ext uri="{FF2B5EF4-FFF2-40B4-BE49-F238E27FC236}">
                <a16:creationId xmlns:a16="http://schemas.microsoft.com/office/drawing/2014/main" id="{A3C3D9F0-6EBA-45A5-9178-22C48E845AB1}"/>
              </a:ext>
            </a:extLst>
          </p:cNvPr>
          <p:cNvSpPr>
            <a:spLocks xmlns:a="http://schemas.openxmlformats.org/drawingml/2006/main" noGrp="1"/>
          </p:cNvSpPr>
          <p:nvPr/>
        </p:nvSpPr>
        <p:spPr>
          <a:xfrm xmlns:a="http://schemas.openxmlformats.org/drawingml/2006/main">
            <a:off x="6591300" y="3105150"/>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8181B"/>
                </a:solidFill>
                <a:latin typeface="Sora"/>
                <a:ea typeface="Sora"/>
                <a:cs typeface="Sora"/>
              </a:defRPr>
            </a:defPPr>
            <a:lvl1pPr>
              <a:defRPr sz="2325" b="1">
                <a:solidFill>
                  <a:srgbClr val="18181B"/>
                </a:solidFill>
                <a:latin typeface="Sora"/>
                <a:ea typeface="Sora"/>
                <a:cs typeface="Sora"/>
              </a:defRPr>
            </a:lvl1pPr>
            <a:lvl2pPr>
              <a:defRPr sz="2325" b="1">
                <a:solidFill>
                  <a:srgbClr val="18181B"/>
                </a:solidFill>
                <a:latin typeface="Sora"/>
                <a:ea typeface="Sora"/>
                <a:cs typeface="Sora"/>
              </a:defRPr>
            </a:lvl2pPr>
            <a:lvl3pPr>
              <a:defRPr sz="2325" b="1">
                <a:solidFill>
                  <a:srgbClr val="18181B"/>
                </a:solidFill>
                <a:latin typeface="Sora"/>
                <a:ea typeface="Sora"/>
                <a:cs typeface="Sora"/>
              </a:defRPr>
            </a:lvl3pPr>
            <a:lvl4pPr>
              <a:defRPr sz="2325" b="1">
                <a:solidFill>
                  <a:srgbClr val="18181B"/>
                </a:solidFill>
                <a:latin typeface="Sora"/>
                <a:ea typeface="Sora"/>
                <a:cs typeface="Sora"/>
              </a:defRPr>
            </a:lvl4pPr>
            <a:lvl5pPr>
              <a:defRPr sz="2325" b="1">
                <a:solidFill>
                  <a:srgbClr val="18181B"/>
                </a:solidFill>
                <a:latin typeface="Sora"/>
                <a:ea typeface="Sora"/>
                <a:cs typeface="Sora"/>
              </a:defRPr>
            </a:lvl5pPr>
            <a:lvl6pPr>
              <a:defRPr sz="2325" b="1">
                <a:solidFill>
                  <a:srgbClr val="18181B"/>
                </a:solidFill>
                <a:latin typeface="Sora"/>
                <a:ea typeface="Sora"/>
                <a:cs typeface="Sora"/>
              </a:defRPr>
            </a:lvl6pPr>
            <a:lvl7pPr>
              <a:defRPr sz="2325" b="1">
                <a:solidFill>
                  <a:srgbClr val="18181B"/>
                </a:solidFill>
                <a:latin typeface="Sora"/>
                <a:ea typeface="Sora"/>
                <a:cs typeface="Sora"/>
              </a:defRPr>
            </a:lvl7pPr>
            <a:lvl8pPr>
              <a:defRPr sz="2325" b="1">
                <a:solidFill>
                  <a:srgbClr val="18181B"/>
                </a:solidFill>
                <a:latin typeface="Sora"/>
                <a:ea typeface="Sora"/>
                <a:cs typeface="Sora"/>
              </a:defRPr>
            </a:lvl8pPr>
            <a:lvl9pPr>
              <a:defRPr sz="2325" b="1">
                <a:solidFill>
                  <a:srgbClr val="18181B"/>
                </a:solidFill>
                <a:latin typeface="Sora"/>
                <a:ea typeface="Sora"/>
                <a:cs typeface="Sora"/>
              </a:defRPr>
            </a:lvl9pPr>
          </a:lstStyle>
          <a:p xmlns:a="http://schemas.openxmlformats.org/drawingml/2006/main">
            <a:pPr>
              <a:defRPr sz="2325" b="1">
                <a:solidFill>
                  <a:srgbClr val="18181B"/>
                </a:solidFill>
                <a:latin typeface="Sora"/>
                <a:ea typeface="Sora"/>
                <a:cs typeface="Sora"/>
              </a:defRPr>
            </a:pPr>
            <a:r>
              <a:rPr sz="2325" b="1">
                <a:solidFill>
                  <a:srgbClr val="18181B"/>
                </a:solidFill>
                <a:latin typeface="Sora"/>
                <a:ea typeface="Sora"/>
                <a:cs typeface="Sora"/>
              </a:rPr>
              <a:t>Challenge posting fee</a:t>
            </a:r>
          </a:p>
          <a:p xmlns:a="http://schemas.openxmlformats.org/drawingml/2006/main">
            <a:pPr>
              <a:defRPr sz="2325" b="1">
                <a:solidFill>
                  <a:srgbClr val="18181B"/>
                </a:solidFill>
                <a:latin typeface="Sora"/>
                <a:ea typeface="Sora"/>
                <a:cs typeface="Sora"/>
              </a:defRPr>
            </a:pPr>
            <a:r>
              <a:rPr sz="2325" b="1">
                <a:solidFill>
                  <a:srgbClr val="18181B"/>
                </a:solidFill>
                <a:latin typeface="Sora"/>
                <a:ea typeface="Sora"/>
                <a:cs typeface="Sora"/>
              </a:rPr>
              <a:t>Fee for a successful hire</a:t>
            </a:r>
          </a:p>
        </p:txBody>
      </p:sp>
      <p:sp>
        <p:nvSpPr>
          <p:cNvPr id="11" name="Planned revenue streams">
            <a:extLst xmlns:a="http://schemas.openxmlformats.org/drawingml/2006/main">
              <a:ext uri="{FF2B5EF4-FFF2-40B4-BE49-F238E27FC236}">
                <a16:creationId xmlns:a16="http://schemas.microsoft.com/office/drawing/2014/main" id="{52A8EF8C-095A-404C-B8CF-0DC6199F720D}"/>
              </a:ext>
            </a:extLst>
          </p:cNvPr>
          <p:cNvSpPr>
            <a:spLocks xmlns:a="http://schemas.openxmlformats.org/drawingml/2006/main" noGrp="1"/>
          </p:cNvSpPr>
          <p:nvPr/>
        </p:nvSpPr>
        <p:spPr>
          <a:xfrm xmlns:a="http://schemas.openxmlformats.org/drawingml/2006/main">
            <a:off x="6591300" y="429577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716B70"/>
                </a:solidFill>
                <a:latin typeface="Plus Jakarta Sans"/>
                <a:ea typeface="Plus Jakarta Sans"/>
                <a:cs typeface="Plus Jakarta Sans"/>
              </a:defRPr>
            </a:defPPr>
            <a:lvl1pPr>
              <a:defRPr sz="1800" b="0">
                <a:solidFill>
                  <a:srgbClr val="716B70"/>
                </a:solidFill>
                <a:latin typeface="Plus Jakarta Sans"/>
                <a:ea typeface="Plus Jakarta Sans"/>
                <a:cs typeface="Plus Jakarta Sans"/>
              </a:defRPr>
            </a:lvl1pPr>
            <a:lvl2pPr>
              <a:defRPr sz="1800" b="0">
                <a:solidFill>
                  <a:srgbClr val="716B70"/>
                </a:solidFill>
                <a:latin typeface="Plus Jakarta Sans"/>
                <a:ea typeface="Plus Jakarta Sans"/>
                <a:cs typeface="Plus Jakarta Sans"/>
              </a:defRPr>
            </a:lvl2pPr>
            <a:lvl3pPr>
              <a:defRPr sz="1800" b="0">
                <a:solidFill>
                  <a:srgbClr val="716B70"/>
                </a:solidFill>
                <a:latin typeface="Plus Jakarta Sans"/>
                <a:ea typeface="Plus Jakarta Sans"/>
                <a:cs typeface="Plus Jakarta Sans"/>
              </a:defRPr>
            </a:lvl3pPr>
            <a:lvl4pPr>
              <a:defRPr sz="1800" b="0">
                <a:solidFill>
                  <a:srgbClr val="716B70"/>
                </a:solidFill>
                <a:latin typeface="Plus Jakarta Sans"/>
                <a:ea typeface="Plus Jakarta Sans"/>
                <a:cs typeface="Plus Jakarta Sans"/>
              </a:defRPr>
            </a:lvl4pPr>
            <a:lvl5pPr>
              <a:defRPr sz="1800" b="0">
                <a:solidFill>
                  <a:srgbClr val="716B70"/>
                </a:solidFill>
                <a:latin typeface="Plus Jakarta Sans"/>
                <a:ea typeface="Plus Jakarta Sans"/>
                <a:cs typeface="Plus Jakarta Sans"/>
              </a:defRPr>
            </a:lvl5pPr>
            <a:lvl6pPr>
              <a:defRPr sz="1800" b="0">
                <a:solidFill>
                  <a:srgbClr val="716B70"/>
                </a:solidFill>
                <a:latin typeface="Plus Jakarta Sans"/>
                <a:ea typeface="Plus Jakarta Sans"/>
                <a:cs typeface="Plus Jakarta Sans"/>
              </a:defRPr>
            </a:lvl6pPr>
            <a:lvl7pPr>
              <a:defRPr sz="1800" b="0">
                <a:solidFill>
                  <a:srgbClr val="716B70"/>
                </a:solidFill>
                <a:latin typeface="Plus Jakarta Sans"/>
                <a:ea typeface="Plus Jakarta Sans"/>
                <a:cs typeface="Plus Jakarta Sans"/>
              </a:defRPr>
            </a:lvl7pPr>
            <a:lvl8pPr>
              <a:defRPr sz="1800" b="0">
                <a:solidFill>
                  <a:srgbClr val="716B70"/>
                </a:solidFill>
                <a:latin typeface="Plus Jakarta Sans"/>
                <a:ea typeface="Plus Jakarta Sans"/>
                <a:cs typeface="Plus Jakarta Sans"/>
              </a:defRPr>
            </a:lvl8pPr>
            <a:lvl9pPr>
              <a:defRPr sz="1800" b="0">
                <a:solidFill>
                  <a:srgbClr val="716B70"/>
                </a:solidFill>
                <a:latin typeface="Plus Jakarta Sans"/>
                <a:ea typeface="Plus Jakarta Sans"/>
                <a:cs typeface="Plus Jakarta Sans"/>
              </a:defRPr>
            </a:lvl9pPr>
          </a:lstStyle>
          <a:p xmlns:a="http://schemas.openxmlformats.org/drawingml/2006/main">
            <a:pPr>
              <a:defRPr sz="1800" b="0">
                <a:solidFill>
                  <a:srgbClr val="716B70"/>
                </a:solidFill>
                <a:latin typeface="Plus Jakarta Sans"/>
                <a:ea typeface="Plus Jakarta Sans"/>
                <a:cs typeface="Plus Jakarta Sans"/>
              </a:defRPr>
            </a:pPr>
            <a:r>
              <a:rPr sz="1800" b="0">
                <a:solidFill>
                  <a:srgbClr val="716B70"/>
                </a:solidFill>
                <a:latin typeface="Plus Jakarta Sans"/>
                <a:ea typeface="Plus Jakarta Sans"/>
                <a:cs typeface="Plus Jakarta Sans"/>
              </a:rPr>
              <a:t>Planned revenue streams</a:t>
            </a:r>
          </a:p>
        </p:txBody>
      </p:sp>
      <p:pic>
        <p:nvPicPr>
          <p:cNvPr id="12" name="">
            <a:extLst xmlns:a="http://schemas.openxmlformats.org/drawingml/2006/main">
              <a:ext uri="{FF2B5EF4-FFF2-40B4-BE49-F238E27FC236}">
                <a16:creationId xmlns:a16="http://schemas.microsoft.com/office/drawing/2014/main" id="{61FF2D52-4BD8-4CA3-9ECE-B72D58968C17}"/>
              </a:ext>
            </a:extLst>
          </p:cNvPr>
          <p:cNvPicPr>
            <a:picLocks xmlns:a="http://schemas.openxmlformats.org/drawingml/2006/main" noChangeAspect="1"/>
          </p:cNvPicPr>
          <p:nvPr/>
        </p:nvPicPr>
        <p:blipFill>
          <a:blip xmlns:r="http://schemas.openxmlformats.org/officeDocument/2006/relationships" xmlns:a="http://schemas.openxmlformats.org/drawingml/2006/main" r:embed="R779a102ea51f42dd"/>
          <a:stretch xmlns:a="http://schemas.openxmlformats.org/drawingml/2006/main"/>
        </p:blipFill>
        <p:spPr>
          <a:xfrm xmlns:a="http://schemas.openxmlformats.org/drawingml/2006/main">
            <a:off x="3995738" y="4981575"/>
            <a:ext cx="4086225" cy="1362075"/>
          </a:xfrm>
          <a:prstGeom xmlns:a="http://schemas.openxmlformats.org/drawingml/2006/main" prst="rect">
            <a:avLst/>
          </a:prstGeom>
        </p:spPr>
      </p:pic>
    </p:spTree>
    <p:extLst>
      <p:ext uri="{BB962C8B-B14F-4D97-AF65-F5344CB8AC3E}">
        <p14:creationId xmlns:p14="http://schemas.microsoft.com/office/powerpoint/2010/main" val="1013052389"/>
      </p:ext>
    </p:extLst>
  </p:cSld>
</p:sld>
</file>

<file path=ppt/slides/slide9.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7D8D297-24D6-495F-B4A4-F0C7574DCFEB}"/>
              </a:ext>
            </a:extLst>
          </p:cNvPr>
          <p:cNvPicPr>
            <a:picLocks xmlns:a="http://schemas.openxmlformats.org/drawingml/2006/main" noChangeAspect="1"/>
          </p:cNvPicPr>
          <p:nvPr/>
        </p:nvPicPr>
        <p:blipFill>
          <a:blip xmlns:r="http://schemas.openxmlformats.org/officeDocument/2006/relationships" xmlns:a="http://schemas.openxmlformats.org/drawingml/2006/main" r:embed="R0fa96c0a6d48446c"/>
          <a:stretch xmlns:a="http://schemas.openxmlformats.org/drawingml/2006/main"/>
        </p:blipFill>
        <p:spPr>
          <a:xfrm xmlns:a="http://schemas.openxmlformats.org/drawingml/2006/main">
            <a:off x="533400" y="351246"/>
            <a:ext cx="333375" cy="297634"/>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33BB1996-D2E1-4D94-9EB1-446CF330D514}"/>
              </a:ext>
            </a:extLst>
          </p:cNvPr>
          <p:cNvPicPr>
            <a:picLocks xmlns:a="http://schemas.openxmlformats.org/drawingml/2006/main" noChangeAspect="1"/>
          </p:cNvPicPr>
          <p:nvPr/>
        </p:nvPicPr>
        <p:blipFill>
          <a:blip xmlns:r="http://schemas.openxmlformats.org/officeDocument/2006/relationships" xmlns:a="http://schemas.openxmlformats.org/drawingml/2006/main" r:embed="R97210188df094f58"/>
          <a:stretch xmlns:a="http://schemas.openxmlformats.org/drawingml/2006/main"/>
        </p:blipFill>
        <p:spPr>
          <a:xfrm xmlns:a="http://schemas.openxmlformats.org/drawingml/2006/main">
            <a:off x="984148" y="419100"/>
            <a:ext cx="1327355" cy="238125"/>
          </a:xfrm>
          <a:prstGeom xmlns:a="http://schemas.openxmlformats.org/drawingml/2006/main" prst="rect">
            <a:avLst/>
          </a:prstGeom>
        </p:spPr>
      </p:pic>
      <p:sp>
        <p:nvSpPr>
          <p:cNvPr id="4" name="09">
            <a:extLst xmlns:a="http://schemas.openxmlformats.org/drawingml/2006/main">
              <a:ext uri="{FF2B5EF4-FFF2-40B4-BE49-F238E27FC236}">
                <a16:creationId xmlns:a16="http://schemas.microsoft.com/office/drawing/2014/main" id="{F3370734-D80E-437B-B248-4BCACCE5BA7D}"/>
              </a:ext>
            </a:extLst>
          </p:cNvPr>
          <p:cNvSpPr>
            <a:spLocks xmlns:a="http://schemas.openxmlformats.org/drawingml/2006/main" noGrp="1"/>
          </p:cNvSpPr>
          <p:nvPr/>
        </p:nvSpPr>
        <p:spPr>
          <a:xfrm xmlns:a="http://schemas.openxmlformats.org/drawingml/2006/main">
            <a:off x="11087100" y="62103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716B70"/>
                </a:solidFill>
                <a:latin typeface="Plus Jakarta Sans"/>
                <a:ea typeface="Plus Jakarta Sans"/>
                <a:cs typeface="Plus Jakarta Sans"/>
              </a:defRPr>
            </a:defPPr>
            <a:lvl1pPr>
              <a:defRPr sz="1050" b="0">
                <a:solidFill>
                  <a:srgbClr val="716B70"/>
                </a:solidFill>
                <a:latin typeface="Plus Jakarta Sans"/>
                <a:ea typeface="Plus Jakarta Sans"/>
                <a:cs typeface="Plus Jakarta Sans"/>
              </a:defRPr>
            </a:lvl1pPr>
            <a:lvl2pPr>
              <a:defRPr sz="1050" b="0">
                <a:solidFill>
                  <a:srgbClr val="716B70"/>
                </a:solidFill>
                <a:latin typeface="Plus Jakarta Sans"/>
                <a:ea typeface="Plus Jakarta Sans"/>
                <a:cs typeface="Plus Jakarta Sans"/>
              </a:defRPr>
            </a:lvl2pPr>
            <a:lvl3pPr>
              <a:defRPr sz="1050" b="0">
                <a:solidFill>
                  <a:srgbClr val="716B70"/>
                </a:solidFill>
                <a:latin typeface="Plus Jakarta Sans"/>
                <a:ea typeface="Plus Jakarta Sans"/>
                <a:cs typeface="Plus Jakarta Sans"/>
              </a:defRPr>
            </a:lvl3pPr>
            <a:lvl4pPr>
              <a:defRPr sz="1050" b="0">
                <a:solidFill>
                  <a:srgbClr val="716B70"/>
                </a:solidFill>
                <a:latin typeface="Plus Jakarta Sans"/>
                <a:ea typeface="Plus Jakarta Sans"/>
                <a:cs typeface="Plus Jakarta Sans"/>
              </a:defRPr>
            </a:lvl4pPr>
            <a:lvl5pPr>
              <a:defRPr sz="1050" b="0">
                <a:solidFill>
                  <a:srgbClr val="716B70"/>
                </a:solidFill>
                <a:latin typeface="Plus Jakarta Sans"/>
                <a:ea typeface="Plus Jakarta Sans"/>
                <a:cs typeface="Plus Jakarta Sans"/>
              </a:defRPr>
            </a:lvl5pPr>
            <a:lvl6pPr>
              <a:defRPr sz="1050" b="0">
                <a:solidFill>
                  <a:srgbClr val="716B70"/>
                </a:solidFill>
                <a:latin typeface="Plus Jakarta Sans"/>
                <a:ea typeface="Plus Jakarta Sans"/>
                <a:cs typeface="Plus Jakarta Sans"/>
              </a:defRPr>
            </a:lvl6pPr>
            <a:lvl7pPr>
              <a:defRPr sz="1050" b="0">
                <a:solidFill>
                  <a:srgbClr val="716B70"/>
                </a:solidFill>
                <a:latin typeface="Plus Jakarta Sans"/>
                <a:ea typeface="Plus Jakarta Sans"/>
                <a:cs typeface="Plus Jakarta Sans"/>
              </a:defRPr>
            </a:lvl7pPr>
            <a:lvl8pPr>
              <a:defRPr sz="1050" b="0">
                <a:solidFill>
                  <a:srgbClr val="716B70"/>
                </a:solidFill>
                <a:latin typeface="Plus Jakarta Sans"/>
                <a:ea typeface="Plus Jakarta Sans"/>
                <a:cs typeface="Plus Jakarta Sans"/>
              </a:defRPr>
            </a:lvl8pPr>
            <a:lvl9pPr>
              <a:defRPr sz="1050" b="0">
                <a:solidFill>
                  <a:srgbClr val="716B70"/>
                </a:solidFill>
                <a:latin typeface="Plus Jakarta Sans"/>
                <a:ea typeface="Plus Jakarta Sans"/>
                <a:cs typeface="Plus Jakarta Sans"/>
              </a:defRPr>
            </a:lvl9pPr>
          </a:lstStyle>
          <a:p xmlns:a="http://schemas.openxmlformats.org/drawingml/2006/main">
            <a:pPr>
              <a:defRPr sz="1050" b="0">
                <a:solidFill>
                  <a:srgbClr val="716B70"/>
                </a:solidFill>
                <a:latin typeface="Plus Jakarta Sans"/>
                <a:ea typeface="Plus Jakarta Sans"/>
                <a:cs typeface="Plus Jakarta Sans"/>
              </a:defRPr>
            </a:pPr>
            <a:r>
              <a:rPr sz="1050" b="0">
                <a:solidFill>
                  <a:srgbClr val="716B70"/>
                </a:solidFill>
                <a:latin typeface="Plus Jakarta Sans"/>
                <a:ea typeface="Plus Jakarta Sans"/>
                <a:cs typeface="Plus Jakarta Sans"/>
              </a:rPr>
              <a:t>09</a:t>
            </a:r>
          </a:p>
        </p:txBody>
      </p:sp>
      <p:sp>
        <p:nvSpPr>
          <p:cNvPr id="5" name="Trust is the hardest part">
            <a:extLst xmlns:a="http://schemas.openxmlformats.org/drawingml/2006/main">
              <a:ext uri="{FF2B5EF4-FFF2-40B4-BE49-F238E27FC236}">
                <a16:creationId xmlns:a16="http://schemas.microsoft.com/office/drawing/2014/main" id="{1734B8BD-152F-4674-B80F-462799AE683B}"/>
              </a:ext>
            </a:extLst>
          </p:cNvPr>
          <p:cNvSpPr>
            <a:spLocks xmlns:a="http://schemas.openxmlformats.org/drawingml/2006/main" noGrp="1"/>
          </p:cNvSpPr>
          <p:nvPr/>
        </p:nvSpPr>
        <p:spPr>
          <a:xfrm xmlns:a="http://schemas.openxmlformats.org/drawingml/2006/main">
            <a:off x="609600" y="1009650"/>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8181B"/>
                </a:solidFill>
                <a:latin typeface="Sora"/>
                <a:ea typeface="Sora"/>
                <a:cs typeface="Sora"/>
              </a:defRPr>
            </a:defPPr>
            <a:lvl1pPr>
              <a:defRPr sz="3600" b="1">
                <a:solidFill>
                  <a:srgbClr val="18181B"/>
                </a:solidFill>
                <a:latin typeface="Sora"/>
                <a:ea typeface="Sora"/>
                <a:cs typeface="Sora"/>
              </a:defRPr>
            </a:lvl1pPr>
            <a:lvl2pPr>
              <a:defRPr sz="3600" b="1">
                <a:solidFill>
                  <a:srgbClr val="18181B"/>
                </a:solidFill>
                <a:latin typeface="Sora"/>
                <a:ea typeface="Sora"/>
                <a:cs typeface="Sora"/>
              </a:defRPr>
            </a:lvl2pPr>
            <a:lvl3pPr>
              <a:defRPr sz="3600" b="1">
                <a:solidFill>
                  <a:srgbClr val="18181B"/>
                </a:solidFill>
                <a:latin typeface="Sora"/>
                <a:ea typeface="Sora"/>
                <a:cs typeface="Sora"/>
              </a:defRPr>
            </a:lvl3pPr>
            <a:lvl4pPr>
              <a:defRPr sz="3600" b="1">
                <a:solidFill>
                  <a:srgbClr val="18181B"/>
                </a:solidFill>
                <a:latin typeface="Sora"/>
                <a:ea typeface="Sora"/>
                <a:cs typeface="Sora"/>
              </a:defRPr>
            </a:lvl4pPr>
            <a:lvl5pPr>
              <a:defRPr sz="3600" b="1">
                <a:solidFill>
                  <a:srgbClr val="18181B"/>
                </a:solidFill>
                <a:latin typeface="Sora"/>
                <a:ea typeface="Sora"/>
                <a:cs typeface="Sora"/>
              </a:defRPr>
            </a:lvl5pPr>
            <a:lvl6pPr>
              <a:defRPr sz="3600" b="1">
                <a:solidFill>
                  <a:srgbClr val="18181B"/>
                </a:solidFill>
                <a:latin typeface="Sora"/>
                <a:ea typeface="Sora"/>
                <a:cs typeface="Sora"/>
              </a:defRPr>
            </a:lvl6pPr>
            <a:lvl7pPr>
              <a:defRPr sz="3600" b="1">
                <a:solidFill>
                  <a:srgbClr val="18181B"/>
                </a:solidFill>
                <a:latin typeface="Sora"/>
                <a:ea typeface="Sora"/>
                <a:cs typeface="Sora"/>
              </a:defRPr>
            </a:lvl7pPr>
            <a:lvl8pPr>
              <a:defRPr sz="3600" b="1">
                <a:solidFill>
                  <a:srgbClr val="18181B"/>
                </a:solidFill>
                <a:latin typeface="Sora"/>
                <a:ea typeface="Sora"/>
                <a:cs typeface="Sora"/>
              </a:defRPr>
            </a:lvl8pPr>
            <a:lvl9pPr>
              <a:defRPr sz="3600" b="1">
                <a:solidFill>
                  <a:srgbClr val="18181B"/>
                </a:solidFill>
                <a:latin typeface="Sora"/>
                <a:ea typeface="Sora"/>
                <a:cs typeface="Sora"/>
              </a:defRPr>
            </a:lvl9pPr>
          </a:lstStyle>
          <a:p xmlns:a="http://schemas.openxmlformats.org/drawingml/2006/main">
            <a:pPr>
              <a:defRPr sz="3600" b="1">
                <a:solidFill>
                  <a:srgbClr val="18181B"/>
                </a:solidFill>
                <a:latin typeface="Sora"/>
                <a:ea typeface="Sora"/>
                <a:cs typeface="Sora"/>
              </a:defRPr>
            </a:pPr>
            <a:r>
              <a:rPr sz="3600" b="1">
                <a:solidFill>
                  <a:srgbClr val="18181B"/>
                </a:solidFill>
                <a:latin typeface="Sora"/>
                <a:ea typeface="Sora"/>
                <a:cs typeface="Sora"/>
              </a:rPr>
              <a:t>Trust is the hardest part</a:t>
            </a:r>
          </a:p>
        </p:txBody>
      </p:sp>
      <p:sp>
        <p:nvSpPr>
          <p:cNvPr id="6" name="Verify every company">
            <a:extLst xmlns:a="http://schemas.openxmlformats.org/drawingml/2006/main">
              <a:ext uri="{FF2B5EF4-FFF2-40B4-BE49-F238E27FC236}">
                <a16:creationId xmlns:a16="http://schemas.microsoft.com/office/drawing/2014/main" id="{E43766B2-41CE-46EA-B187-C894B9306009}"/>
              </a:ext>
            </a:extLst>
          </p:cNvPr>
          <p:cNvSpPr>
            <a:spLocks xmlns:a="http://schemas.openxmlformats.org/drawingml/2006/main" noGrp="1"/>
          </p:cNvSpPr>
          <p:nvPr/>
        </p:nvSpPr>
        <p:spPr>
          <a:xfrm xmlns:a="http://schemas.openxmlformats.org/drawingml/2006/main">
            <a:off x="609600" y="2390775"/>
            <a:ext cx="7667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963D50"/>
                </a:solidFill>
                <a:latin typeface="Sora"/>
                <a:ea typeface="Sora"/>
                <a:cs typeface="Sora"/>
              </a:defRPr>
            </a:defPPr>
            <a:lvl1pPr>
              <a:defRPr sz="2400" b="1">
                <a:solidFill>
                  <a:srgbClr val="963D50"/>
                </a:solidFill>
                <a:latin typeface="Sora"/>
                <a:ea typeface="Sora"/>
                <a:cs typeface="Sora"/>
              </a:defRPr>
            </a:lvl1pPr>
            <a:lvl2pPr>
              <a:defRPr sz="2400" b="1">
                <a:solidFill>
                  <a:srgbClr val="963D50"/>
                </a:solidFill>
                <a:latin typeface="Sora"/>
                <a:ea typeface="Sora"/>
                <a:cs typeface="Sora"/>
              </a:defRPr>
            </a:lvl2pPr>
            <a:lvl3pPr>
              <a:defRPr sz="2400" b="1">
                <a:solidFill>
                  <a:srgbClr val="963D50"/>
                </a:solidFill>
                <a:latin typeface="Sora"/>
                <a:ea typeface="Sora"/>
                <a:cs typeface="Sora"/>
              </a:defRPr>
            </a:lvl3pPr>
            <a:lvl4pPr>
              <a:defRPr sz="2400" b="1">
                <a:solidFill>
                  <a:srgbClr val="963D50"/>
                </a:solidFill>
                <a:latin typeface="Sora"/>
                <a:ea typeface="Sora"/>
                <a:cs typeface="Sora"/>
              </a:defRPr>
            </a:lvl4pPr>
            <a:lvl5pPr>
              <a:defRPr sz="2400" b="1">
                <a:solidFill>
                  <a:srgbClr val="963D50"/>
                </a:solidFill>
                <a:latin typeface="Sora"/>
                <a:ea typeface="Sora"/>
                <a:cs typeface="Sora"/>
              </a:defRPr>
            </a:lvl5pPr>
            <a:lvl6pPr>
              <a:defRPr sz="2400" b="1">
                <a:solidFill>
                  <a:srgbClr val="963D50"/>
                </a:solidFill>
                <a:latin typeface="Sora"/>
                <a:ea typeface="Sora"/>
                <a:cs typeface="Sora"/>
              </a:defRPr>
            </a:lvl6pPr>
            <a:lvl7pPr>
              <a:defRPr sz="2400" b="1">
                <a:solidFill>
                  <a:srgbClr val="963D50"/>
                </a:solidFill>
                <a:latin typeface="Sora"/>
                <a:ea typeface="Sora"/>
                <a:cs typeface="Sora"/>
              </a:defRPr>
            </a:lvl7pPr>
            <a:lvl8pPr>
              <a:defRPr sz="2400" b="1">
                <a:solidFill>
                  <a:srgbClr val="963D50"/>
                </a:solidFill>
                <a:latin typeface="Sora"/>
                <a:ea typeface="Sora"/>
                <a:cs typeface="Sora"/>
              </a:defRPr>
            </a:lvl8pPr>
            <a:lvl9pPr>
              <a:defRPr sz="2400" b="1">
                <a:solidFill>
                  <a:srgbClr val="963D50"/>
                </a:solidFill>
                <a:latin typeface="Sora"/>
                <a:ea typeface="Sora"/>
                <a:cs typeface="Sora"/>
              </a:defRPr>
            </a:lvl9pPr>
          </a:lstStyle>
          <a:p xmlns:a="http://schemas.openxmlformats.org/drawingml/2006/main">
            <a:pPr>
              <a:defRPr sz="2400" b="1">
                <a:solidFill>
                  <a:srgbClr val="963D50"/>
                </a:solidFill>
                <a:latin typeface="Sora"/>
                <a:ea typeface="Sora"/>
                <a:cs typeface="Sora"/>
              </a:defRPr>
            </a:pPr>
            <a:r>
              <a:rPr sz="2400" b="1">
                <a:solidFill>
                  <a:srgbClr val="963D50"/>
                </a:solidFill>
                <a:latin typeface="Sora"/>
                <a:ea typeface="Sora"/>
                <a:cs typeface="Sora"/>
              </a:rPr>
              <a:t>Verify every company</a:t>
            </a:r>
          </a:p>
        </p:txBody>
      </p:sp>
      <p:sp>
        <p:nvSpPr>
          <p:cNvPr id="7" name="Check registration, contacts and internship terms.">
            <a:extLst xmlns:a="http://schemas.openxmlformats.org/drawingml/2006/main">
              <a:ext uri="{FF2B5EF4-FFF2-40B4-BE49-F238E27FC236}">
                <a16:creationId xmlns:a16="http://schemas.microsoft.com/office/drawing/2014/main" id="{E5E1CD86-611F-49B6-B853-DD610B536058}"/>
              </a:ext>
            </a:extLst>
          </p:cNvPr>
          <p:cNvSpPr>
            <a:spLocks xmlns:a="http://schemas.openxmlformats.org/drawingml/2006/main" noGrp="1"/>
          </p:cNvSpPr>
          <p:nvPr/>
        </p:nvSpPr>
        <p:spPr>
          <a:xfrm xmlns:a="http://schemas.openxmlformats.org/drawingml/2006/main">
            <a:off x="609600" y="2971800"/>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16B70"/>
                </a:solidFill>
                <a:latin typeface="Plus Jakarta Sans"/>
                <a:ea typeface="Plus Jakarta Sans"/>
                <a:cs typeface="Plus Jakarta Sans"/>
              </a:defRPr>
            </a:defPPr>
            <a:lvl1pPr>
              <a:defRPr sz="1875" b="0">
                <a:solidFill>
                  <a:srgbClr val="716B70"/>
                </a:solidFill>
                <a:latin typeface="Plus Jakarta Sans"/>
                <a:ea typeface="Plus Jakarta Sans"/>
                <a:cs typeface="Plus Jakarta Sans"/>
              </a:defRPr>
            </a:lvl1pPr>
            <a:lvl2pPr>
              <a:defRPr sz="1875" b="0">
                <a:solidFill>
                  <a:srgbClr val="716B70"/>
                </a:solidFill>
                <a:latin typeface="Plus Jakarta Sans"/>
                <a:ea typeface="Plus Jakarta Sans"/>
                <a:cs typeface="Plus Jakarta Sans"/>
              </a:defRPr>
            </a:lvl2pPr>
            <a:lvl3pPr>
              <a:defRPr sz="1875" b="0">
                <a:solidFill>
                  <a:srgbClr val="716B70"/>
                </a:solidFill>
                <a:latin typeface="Plus Jakarta Sans"/>
                <a:ea typeface="Plus Jakarta Sans"/>
                <a:cs typeface="Plus Jakarta Sans"/>
              </a:defRPr>
            </a:lvl3pPr>
            <a:lvl4pPr>
              <a:defRPr sz="1875" b="0">
                <a:solidFill>
                  <a:srgbClr val="716B70"/>
                </a:solidFill>
                <a:latin typeface="Plus Jakarta Sans"/>
                <a:ea typeface="Plus Jakarta Sans"/>
                <a:cs typeface="Plus Jakarta Sans"/>
              </a:defRPr>
            </a:lvl4pPr>
            <a:lvl5pPr>
              <a:defRPr sz="1875" b="0">
                <a:solidFill>
                  <a:srgbClr val="716B70"/>
                </a:solidFill>
                <a:latin typeface="Plus Jakarta Sans"/>
                <a:ea typeface="Plus Jakarta Sans"/>
                <a:cs typeface="Plus Jakarta Sans"/>
              </a:defRPr>
            </a:lvl5pPr>
            <a:lvl6pPr>
              <a:defRPr sz="1875" b="0">
                <a:solidFill>
                  <a:srgbClr val="716B70"/>
                </a:solidFill>
                <a:latin typeface="Plus Jakarta Sans"/>
                <a:ea typeface="Plus Jakarta Sans"/>
                <a:cs typeface="Plus Jakarta Sans"/>
              </a:defRPr>
            </a:lvl6pPr>
            <a:lvl7pPr>
              <a:defRPr sz="1875" b="0">
                <a:solidFill>
                  <a:srgbClr val="716B70"/>
                </a:solidFill>
                <a:latin typeface="Plus Jakarta Sans"/>
                <a:ea typeface="Plus Jakarta Sans"/>
                <a:cs typeface="Plus Jakarta Sans"/>
              </a:defRPr>
            </a:lvl7pPr>
            <a:lvl8pPr>
              <a:defRPr sz="1875" b="0">
                <a:solidFill>
                  <a:srgbClr val="716B70"/>
                </a:solidFill>
                <a:latin typeface="Plus Jakarta Sans"/>
                <a:ea typeface="Plus Jakarta Sans"/>
                <a:cs typeface="Plus Jakarta Sans"/>
              </a:defRPr>
            </a:lvl8pPr>
            <a:lvl9pPr>
              <a:defRPr sz="1875" b="0">
                <a:solidFill>
                  <a:srgbClr val="716B70"/>
                </a:solidFill>
                <a:latin typeface="Plus Jakarta Sans"/>
                <a:ea typeface="Plus Jakarta Sans"/>
                <a:cs typeface="Plus Jakarta Sans"/>
              </a:defRPr>
            </a:lvl9pPr>
          </a:lstStyle>
          <a:p xmlns:a="http://schemas.openxmlformats.org/drawingml/2006/main">
            <a:pPr>
              <a:defRPr sz="1875" b="0">
                <a:solidFill>
                  <a:srgbClr val="716B70"/>
                </a:solidFill>
                <a:latin typeface="Plus Jakarta Sans"/>
                <a:ea typeface="Plus Jakarta Sans"/>
                <a:cs typeface="Plus Jakarta Sans"/>
              </a:defRPr>
            </a:pPr>
            <a:r>
              <a:rPr sz="1875" b="0">
                <a:solidFill>
                  <a:srgbClr val="716B70"/>
                </a:solidFill>
                <a:latin typeface="Plus Jakarta Sans"/>
                <a:ea typeface="Plus Jakarta Sans"/>
                <a:cs typeface="Plus Jakarta Sans"/>
              </a:rPr>
              <a:t>Check registration, contacts and internship terms.</a:t>
            </a:r>
          </a:p>
        </p:txBody>
      </p:sp>
      <p:sp>
        <p:nvSpPr>
          <p:cNvPr id="8" name="Keep opportunities real">
            <a:extLst xmlns:a="http://schemas.openxmlformats.org/drawingml/2006/main">
              <a:ext uri="{FF2B5EF4-FFF2-40B4-BE49-F238E27FC236}">
                <a16:creationId xmlns:a16="http://schemas.microsoft.com/office/drawing/2014/main" id="{451D6646-0588-4C16-8D66-B66701A91E0E}"/>
              </a:ext>
            </a:extLst>
          </p:cNvPr>
          <p:cNvSpPr>
            <a:spLocks xmlns:a="http://schemas.openxmlformats.org/drawingml/2006/main" noGrp="1"/>
          </p:cNvSpPr>
          <p:nvPr/>
        </p:nvSpPr>
        <p:spPr>
          <a:xfrm xmlns:a="http://schemas.openxmlformats.org/drawingml/2006/main">
            <a:off x="609600" y="3829050"/>
            <a:ext cx="7667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963D50"/>
                </a:solidFill>
                <a:latin typeface="Sora"/>
                <a:ea typeface="Sora"/>
                <a:cs typeface="Sora"/>
              </a:defRPr>
            </a:defPPr>
            <a:lvl1pPr>
              <a:defRPr sz="2400" b="1">
                <a:solidFill>
                  <a:srgbClr val="963D50"/>
                </a:solidFill>
                <a:latin typeface="Sora"/>
                <a:ea typeface="Sora"/>
                <a:cs typeface="Sora"/>
              </a:defRPr>
            </a:lvl1pPr>
            <a:lvl2pPr>
              <a:defRPr sz="2400" b="1">
                <a:solidFill>
                  <a:srgbClr val="963D50"/>
                </a:solidFill>
                <a:latin typeface="Sora"/>
                <a:ea typeface="Sora"/>
                <a:cs typeface="Sora"/>
              </a:defRPr>
            </a:lvl2pPr>
            <a:lvl3pPr>
              <a:defRPr sz="2400" b="1">
                <a:solidFill>
                  <a:srgbClr val="963D50"/>
                </a:solidFill>
                <a:latin typeface="Sora"/>
                <a:ea typeface="Sora"/>
                <a:cs typeface="Sora"/>
              </a:defRPr>
            </a:lvl3pPr>
            <a:lvl4pPr>
              <a:defRPr sz="2400" b="1">
                <a:solidFill>
                  <a:srgbClr val="963D50"/>
                </a:solidFill>
                <a:latin typeface="Sora"/>
                <a:ea typeface="Sora"/>
                <a:cs typeface="Sora"/>
              </a:defRPr>
            </a:lvl4pPr>
            <a:lvl5pPr>
              <a:defRPr sz="2400" b="1">
                <a:solidFill>
                  <a:srgbClr val="963D50"/>
                </a:solidFill>
                <a:latin typeface="Sora"/>
                <a:ea typeface="Sora"/>
                <a:cs typeface="Sora"/>
              </a:defRPr>
            </a:lvl5pPr>
            <a:lvl6pPr>
              <a:defRPr sz="2400" b="1">
                <a:solidFill>
                  <a:srgbClr val="963D50"/>
                </a:solidFill>
                <a:latin typeface="Sora"/>
                <a:ea typeface="Sora"/>
                <a:cs typeface="Sora"/>
              </a:defRPr>
            </a:lvl6pPr>
            <a:lvl7pPr>
              <a:defRPr sz="2400" b="1">
                <a:solidFill>
                  <a:srgbClr val="963D50"/>
                </a:solidFill>
                <a:latin typeface="Sora"/>
                <a:ea typeface="Sora"/>
                <a:cs typeface="Sora"/>
              </a:defRPr>
            </a:lvl7pPr>
            <a:lvl8pPr>
              <a:defRPr sz="2400" b="1">
                <a:solidFill>
                  <a:srgbClr val="963D50"/>
                </a:solidFill>
                <a:latin typeface="Sora"/>
                <a:ea typeface="Sora"/>
                <a:cs typeface="Sora"/>
              </a:defRPr>
            </a:lvl8pPr>
            <a:lvl9pPr>
              <a:defRPr sz="2400" b="1">
                <a:solidFill>
                  <a:srgbClr val="963D50"/>
                </a:solidFill>
                <a:latin typeface="Sora"/>
                <a:ea typeface="Sora"/>
                <a:cs typeface="Sora"/>
              </a:defRPr>
            </a:lvl9pPr>
          </a:lstStyle>
          <a:p xmlns:a="http://schemas.openxmlformats.org/drawingml/2006/main">
            <a:pPr>
              <a:defRPr sz="2400" b="1">
                <a:solidFill>
                  <a:srgbClr val="963D50"/>
                </a:solidFill>
                <a:latin typeface="Sora"/>
                <a:ea typeface="Sora"/>
                <a:cs typeface="Sora"/>
              </a:defRPr>
            </a:pPr>
            <a:r>
              <a:rPr sz="2400" b="1">
                <a:solidFill>
                  <a:srgbClr val="963D50"/>
                </a:solidFill>
                <a:latin typeface="Sora"/>
                <a:ea typeface="Sora"/>
                <a:cs typeface="Sora"/>
              </a:rPr>
              <a:t>Keep opportunities real</a:t>
            </a:r>
          </a:p>
        </p:txBody>
      </p:sp>
      <p:sp>
        <p:nvSpPr>
          <p:cNvPr id="9" name="Review company behaviour and learner reports.">
            <a:extLst xmlns:a="http://schemas.openxmlformats.org/drawingml/2006/main">
              <a:ext uri="{FF2B5EF4-FFF2-40B4-BE49-F238E27FC236}">
                <a16:creationId xmlns:a16="http://schemas.microsoft.com/office/drawing/2014/main" id="{9B6ED79F-195F-4EC4-928D-CC7BF1D42B05}"/>
              </a:ext>
            </a:extLst>
          </p:cNvPr>
          <p:cNvSpPr>
            <a:spLocks xmlns:a="http://schemas.openxmlformats.org/drawingml/2006/main" noGrp="1"/>
          </p:cNvSpPr>
          <p:nvPr/>
        </p:nvSpPr>
        <p:spPr>
          <a:xfrm xmlns:a="http://schemas.openxmlformats.org/drawingml/2006/main">
            <a:off x="609600" y="441007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16B70"/>
                </a:solidFill>
                <a:latin typeface="Plus Jakarta Sans"/>
                <a:ea typeface="Plus Jakarta Sans"/>
                <a:cs typeface="Plus Jakarta Sans"/>
              </a:defRPr>
            </a:defPPr>
            <a:lvl1pPr>
              <a:defRPr sz="1875" b="0">
                <a:solidFill>
                  <a:srgbClr val="716B70"/>
                </a:solidFill>
                <a:latin typeface="Plus Jakarta Sans"/>
                <a:ea typeface="Plus Jakarta Sans"/>
                <a:cs typeface="Plus Jakarta Sans"/>
              </a:defRPr>
            </a:lvl1pPr>
            <a:lvl2pPr>
              <a:defRPr sz="1875" b="0">
                <a:solidFill>
                  <a:srgbClr val="716B70"/>
                </a:solidFill>
                <a:latin typeface="Plus Jakarta Sans"/>
                <a:ea typeface="Plus Jakarta Sans"/>
                <a:cs typeface="Plus Jakarta Sans"/>
              </a:defRPr>
            </a:lvl2pPr>
            <a:lvl3pPr>
              <a:defRPr sz="1875" b="0">
                <a:solidFill>
                  <a:srgbClr val="716B70"/>
                </a:solidFill>
                <a:latin typeface="Plus Jakarta Sans"/>
                <a:ea typeface="Plus Jakarta Sans"/>
                <a:cs typeface="Plus Jakarta Sans"/>
              </a:defRPr>
            </a:lvl3pPr>
            <a:lvl4pPr>
              <a:defRPr sz="1875" b="0">
                <a:solidFill>
                  <a:srgbClr val="716B70"/>
                </a:solidFill>
                <a:latin typeface="Plus Jakarta Sans"/>
                <a:ea typeface="Plus Jakarta Sans"/>
                <a:cs typeface="Plus Jakarta Sans"/>
              </a:defRPr>
            </a:lvl4pPr>
            <a:lvl5pPr>
              <a:defRPr sz="1875" b="0">
                <a:solidFill>
                  <a:srgbClr val="716B70"/>
                </a:solidFill>
                <a:latin typeface="Plus Jakarta Sans"/>
                <a:ea typeface="Plus Jakarta Sans"/>
                <a:cs typeface="Plus Jakarta Sans"/>
              </a:defRPr>
            </a:lvl5pPr>
            <a:lvl6pPr>
              <a:defRPr sz="1875" b="0">
                <a:solidFill>
                  <a:srgbClr val="716B70"/>
                </a:solidFill>
                <a:latin typeface="Plus Jakarta Sans"/>
                <a:ea typeface="Plus Jakarta Sans"/>
                <a:cs typeface="Plus Jakarta Sans"/>
              </a:defRPr>
            </a:lvl6pPr>
            <a:lvl7pPr>
              <a:defRPr sz="1875" b="0">
                <a:solidFill>
                  <a:srgbClr val="716B70"/>
                </a:solidFill>
                <a:latin typeface="Plus Jakarta Sans"/>
                <a:ea typeface="Plus Jakarta Sans"/>
                <a:cs typeface="Plus Jakarta Sans"/>
              </a:defRPr>
            </a:lvl7pPr>
            <a:lvl8pPr>
              <a:defRPr sz="1875" b="0">
                <a:solidFill>
                  <a:srgbClr val="716B70"/>
                </a:solidFill>
                <a:latin typeface="Plus Jakarta Sans"/>
                <a:ea typeface="Plus Jakarta Sans"/>
                <a:cs typeface="Plus Jakarta Sans"/>
              </a:defRPr>
            </a:lvl8pPr>
            <a:lvl9pPr>
              <a:defRPr sz="1875" b="0">
                <a:solidFill>
                  <a:srgbClr val="716B70"/>
                </a:solidFill>
                <a:latin typeface="Plus Jakarta Sans"/>
                <a:ea typeface="Plus Jakarta Sans"/>
                <a:cs typeface="Plus Jakarta Sans"/>
              </a:defRPr>
            </a:lvl9pPr>
          </a:lstStyle>
          <a:p xmlns:a="http://schemas.openxmlformats.org/drawingml/2006/main">
            <a:pPr>
              <a:defRPr sz="1875" b="0">
                <a:solidFill>
                  <a:srgbClr val="716B70"/>
                </a:solidFill>
                <a:latin typeface="Plus Jakarta Sans"/>
                <a:ea typeface="Plus Jakarta Sans"/>
                <a:cs typeface="Plus Jakarta Sans"/>
              </a:defRPr>
            </a:pPr>
            <a:r>
              <a:rPr sz="1875" b="0">
                <a:solidFill>
                  <a:srgbClr val="716B70"/>
                </a:solidFill>
                <a:latin typeface="Plus Jakarta Sans"/>
                <a:ea typeface="Plus Jakarta Sans"/>
                <a:cs typeface="Plus Jakarta Sans"/>
              </a:rPr>
              <a:t>Review company behaviour and learner reports.</a:t>
            </a:r>
          </a:p>
        </p:txBody>
      </p:sp>
      <p:sp>
        <p:nvSpPr>
          <p:cNvPr id="10" name="Grow both sides together">
            <a:extLst xmlns:a="http://schemas.openxmlformats.org/drawingml/2006/main">
              <a:ext uri="{FF2B5EF4-FFF2-40B4-BE49-F238E27FC236}">
                <a16:creationId xmlns:a16="http://schemas.microsoft.com/office/drawing/2014/main" id="{909CC088-31E8-4ABB-9A19-42ED2F2B2E24}"/>
              </a:ext>
            </a:extLst>
          </p:cNvPr>
          <p:cNvSpPr>
            <a:spLocks xmlns:a="http://schemas.openxmlformats.org/drawingml/2006/main" noGrp="1"/>
          </p:cNvSpPr>
          <p:nvPr/>
        </p:nvSpPr>
        <p:spPr>
          <a:xfrm xmlns:a="http://schemas.openxmlformats.org/drawingml/2006/main">
            <a:off x="609600" y="5267325"/>
            <a:ext cx="7667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963D50"/>
                </a:solidFill>
                <a:latin typeface="Sora"/>
                <a:ea typeface="Sora"/>
                <a:cs typeface="Sora"/>
              </a:defRPr>
            </a:defPPr>
            <a:lvl1pPr>
              <a:defRPr sz="2400" b="1">
                <a:solidFill>
                  <a:srgbClr val="963D50"/>
                </a:solidFill>
                <a:latin typeface="Sora"/>
                <a:ea typeface="Sora"/>
                <a:cs typeface="Sora"/>
              </a:defRPr>
            </a:lvl1pPr>
            <a:lvl2pPr>
              <a:defRPr sz="2400" b="1">
                <a:solidFill>
                  <a:srgbClr val="963D50"/>
                </a:solidFill>
                <a:latin typeface="Sora"/>
                <a:ea typeface="Sora"/>
                <a:cs typeface="Sora"/>
              </a:defRPr>
            </a:lvl2pPr>
            <a:lvl3pPr>
              <a:defRPr sz="2400" b="1">
                <a:solidFill>
                  <a:srgbClr val="963D50"/>
                </a:solidFill>
                <a:latin typeface="Sora"/>
                <a:ea typeface="Sora"/>
                <a:cs typeface="Sora"/>
              </a:defRPr>
            </a:lvl3pPr>
            <a:lvl4pPr>
              <a:defRPr sz="2400" b="1">
                <a:solidFill>
                  <a:srgbClr val="963D50"/>
                </a:solidFill>
                <a:latin typeface="Sora"/>
                <a:ea typeface="Sora"/>
                <a:cs typeface="Sora"/>
              </a:defRPr>
            </a:lvl4pPr>
            <a:lvl5pPr>
              <a:defRPr sz="2400" b="1">
                <a:solidFill>
                  <a:srgbClr val="963D50"/>
                </a:solidFill>
                <a:latin typeface="Sora"/>
                <a:ea typeface="Sora"/>
                <a:cs typeface="Sora"/>
              </a:defRPr>
            </a:lvl5pPr>
            <a:lvl6pPr>
              <a:defRPr sz="2400" b="1">
                <a:solidFill>
                  <a:srgbClr val="963D50"/>
                </a:solidFill>
                <a:latin typeface="Sora"/>
                <a:ea typeface="Sora"/>
                <a:cs typeface="Sora"/>
              </a:defRPr>
            </a:lvl6pPr>
            <a:lvl7pPr>
              <a:defRPr sz="2400" b="1">
                <a:solidFill>
                  <a:srgbClr val="963D50"/>
                </a:solidFill>
                <a:latin typeface="Sora"/>
                <a:ea typeface="Sora"/>
                <a:cs typeface="Sora"/>
              </a:defRPr>
            </a:lvl7pPr>
            <a:lvl8pPr>
              <a:defRPr sz="2400" b="1">
                <a:solidFill>
                  <a:srgbClr val="963D50"/>
                </a:solidFill>
                <a:latin typeface="Sora"/>
                <a:ea typeface="Sora"/>
                <a:cs typeface="Sora"/>
              </a:defRPr>
            </a:lvl8pPr>
            <a:lvl9pPr>
              <a:defRPr sz="2400" b="1">
                <a:solidFill>
                  <a:srgbClr val="963D50"/>
                </a:solidFill>
                <a:latin typeface="Sora"/>
                <a:ea typeface="Sora"/>
                <a:cs typeface="Sora"/>
              </a:defRPr>
            </a:lvl9pPr>
          </a:lstStyle>
          <a:p xmlns:a="http://schemas.openxmlformats.org/drawingml/2006/main">
            <a:pPr>
              <a:defRPr sz="2400" b="1">
                <a:solidFill>
                  <a:srgbClr val="963D50"/>
                </a:solidFill>
                <a:latin typeface="Sora"/>
                <a:ea typeface="Sora"/>
                <a:cs typeface="Sora"/>
              </a:defRPr>
            </a:pPr>
            <a:r>
              <a:rPr sz="2400" b="1">
                <a:solidFill>
                  <a:srgbClr val="963D50"/>
                </a:solidFill>
                <a:latin typeface="Sora"/>
                <a:ea typeface="Sora"/>
                <a:cs typeface="Sora"/>
              </a:rPr>
              <a:t>Grow both sides together</a:t>
            </a:r>
          </a:p>
        </p:txBody>
      </p:sp>
      <p:sp>
        <p:nvSpPr>
          <p:cNvPr id="11" name="Match learner pathways with enough relevant challenges.">
            <a:extLst xmlns:a="http://schemas.openxmlformats.org/drawingml/2006/main">
              <a:ext uri="{FF2B5EF4-FFF2-40B4-BE49-F238E27FC236}">
                <a16:creationId xmlns:a16="http://schemas.microsoft.com/office/drawing/2014/main" id="{BE183758-8B43-4A22-B05F-67887317B368}"/>
              </a:ext>
            </a:extLst>
          </p:cNvPr>
          <p:cNvSpPr>
            <a:spLocks xmlns:a="http://schemas.openxmlformats.org/drawingml/2006/main" noGrp="1"/>
          </p:cNvSpPr>
          <p:nvPr/>
        </p:nvSpPr>
        <p:spPr>
          <a:xfrm xmlns:a="http://schemas.openxmlformats.org/drawingml/2006/main">
            <a:off x="609600" y="58483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716B70"/>
                </a:solidFill>
                <a:latin typeface="Plus Jakarta Sans"/>
                <a:ea typeface="Plus Jakarta Sans"/>
                <a:cs typeface="Plus Jakarta Sans"/>
              </a:defRPr>
            </a:defPPr>
            <a:lvl1pPr>
              <a:defRPr sz="1800" b="0">
                <a:solidFill>
                  <a:srgbClr val="716B70"/>
                </a:solidFill>
                <a:latin typeface="Plus Jakarta Sans"/>
                <a:ea typeface="Plus Jakarta Sans"/>
                <a:cs typeface="Plus Jakarta Sans"/>
              </a:defRPr>
            </a:lvl1pPr>
            <a:lvl2pPr>
              <a:defRPr sz="1800" b="0">
                <a:solidFill>
                  <a:srgbClr val="716B70"/>
                </a:solidFill>
                <a:latin typeface="Plus Jakarta Sans"/>
                <a:ea typeface="Plus Jakarta Sans"/>
                <a:cs typeface="Plus Jakarta Sans"/>
              </a:defRPr>
            </a:lvl2pPr>
            <a:lvl3pPr>
              <a:defRPr sz="1800" b="0">
                <a:solidFill>
                  <a:srgbClr val="716B70"/>
                </a:solidFill>
                <a:latin typeface="Plus Jakarta Sans"/>
                <a:ea typeface="Plus Jakarta Sans"/>
                <a:cs typeface="Plus Jakarta Sans"/>
              </a:defRPr>
            </a:lvl3pPr>
            <a:lvl4pPr>
              <a:defRPr sz="1800" b="0">
                <a:solidFill>
                  <a:srgbClr val="716B70"/>
                </a:solidFill>
                <a:latin typeface="Plus Jakarta Sans"/>
                <a:ea typeface="Plus Jakarta Sans"/>
                <a:cs typeface="Plus Jakarta Sans"/>
              </a:defRPr>
            </a:lvl4pPr>
            <a:lvl5pPr>
              <a:defRPr sz="1800" b="0">
                <a:solidFill>
                  <a:srgbClr val="716B70"/>
                </a:solidFill>
                <a:latin typeface="Plus Jakarta Sans"/>
                <a:ea typeface="Plus Jakarta Sans"/>
                <a:cs typeface="Plus Jakarta Sans"/>
              </a:defRPr>
            </a:lvl5pPr>
            <a:lvl6pPr>
              <a:defRPr sz="1800" b="0">
                <a:solidFill>
                  <a:srgbClr val="716B70"/>
                </a:solidFill>
                <a:latin typeface="Plus Jakarta Sans"/>
                <a:ea typeface="Plus Jakarta Sans"/>
                <a:cs typeface="Plus Jakarta Sans"/>
              </a:defRPr>
            </a:lvl6pPr>
            <a:lvl7pPr>
              <a:defRPr sz="1800" b="0">
                <a:solidFill>
                  <a:srgbClr val="716B70"/>
                </a:solidFill>
                <a:latin typeface="Plus Jakarta Sans"/>
                <a:ea typeface="Plus Jakarta Sans"/>
                <a:cs typeface="Plus Jakarta Sans"/>
              </a:defRPr>
            </a:lvl7pPr>
            <a:lvl8pPr>
              <a:defRPr sz="1800" b="0">
                <a:solidFill>
                  <a:srgbClr val="716B70"/>
                </a:solidFill>
                <a:latin typeface="Plus Jakarta Sans"/>
                <a:ea typeface="Plus Jakarta Sans"/>
                <a:cs typeface="Plus Jakarta Sans"/>
              </a:defRPr>
            </a:lvl8pPr>
            <a:lvl9pPr>
              <a:defRPr sz="1800" b="0">
                <a:solidFill>
                  <a:srgbClr val="716B70"/>
                </a:solidFill>
                <a:latin typeface="Plus Jakarta Sans"/>
                <a:ea typeface="Plus Jakarta Sans"/>
                <a:cs typeface="Plus Jakarta Sans"/>
              </a:defRPr>
            </a:lvl9pPr>
          </a:lstStyle>
          <a:p xmlns:a="http://schemas.openxmlformats.org/drawingml/2006/main">
            <a:pPr>
              <a:defRPr sz="1800" b="0">
                <a:solidFill>
                  <a:srgbClr val="716B70"/>
                </a:solidFill>
                <a:latin typeface="Plus Jakarta Sans"/>
                <a:ea typeface="Plus Jakarta Sans"/>
                <a:cs typeface="Plus Jakarta Sans"/>
              </a:defRPr>
            </a:pPr>
            <a:r>
              <a:rPr sz="1800" b="0">
                <a:solidFill>
                  <a:srgbClr val="716B70"/>
                </a:solidFill>
                <a:latin typeface="Plus Jakarta Sans"/>
                <a:ea typeface="Plus Jakarta Sans"/>
                <a:cs typeface="Plus Jakarta Sans"/>
              </a:rPr>
              <a:t>Match learner pathways with enough relevant challenges.</a:t>
            </a:r>
          </a:p>
        </p:txBody>
      </p:sp>
      <p:pic>
        <p:nvPicPr>
          <p:cNvPr id="12" name="">
            <a:extLst xmlns:a="http://schemas.openxmlformats.org/drawingml/2006/main">
              <a:ext uri="{FF2B5EF4-FFF2-40B4-BE49-F238E27FC236}">
                <a16:creationId xmlns:a16="http://schemas.microsoft.com/office/drawing/2014/main" id="{9F111026-3133-4005-85D3-F220EE034643}"/>
              </a:ext>
            </a:extLst>
          </p:cNvPr>
          <p:cNvPicPr>
            <a:picLocks xmlns:a="http://schemas.openxmlformats.org/drawingml/2006/main" noChangeAspect="1"/>
          </p:cNvPicPr>
          <p:nvPr/>
        </p:nvPicPr>
        <p:blipFill>
          <a:blip xmlns:r="http://schemas.openxmlformats.org/officeDocument/2006/relationships" xmlns:a="http://schemas.openxmlformats.org/drawingml/2006/main" r:embed="R21f3308b81854de9"/>
          <a:stretch xmlns:a="http://schemas.openxmlformats.org/drawingml/2006/main"/>
        </p:blipFill>
        <p:spPr>
          <a:xfrm xmlns:a="http://schemas.openxmlformats.org/drawingml/2006/main">
            <a:off x="9058275" y="2911289"/>
            <a:ext cx="2590800" cy="2264148"/>
          </a:xfrm>
          <a:prstGeom xmlns:a="http://schemas.openxmlformats.org/drawingml/2006/main" prst="rect">
            <a:avLst/>
          </a:prstGeom>
        </p:spPr>
      </p:pic>
    </p:spTree>
    <p:extLst>
      <p:ext uri="{BB962C8B-B14F-4D97-AF65-F5344CB8AC3E}">
        <p14:creationId xmlns:p14="http://schemas.microsoft.com/office/powerpoint/2010/main" val="1546032102"/>
      </p:ext>
    </p:extLst>
  </p:cSld>
</p:sld>
</file>

<file path=ppt/slides/slide10.xml><?xml version="1.0" encoding="utf-8"?>
<p:sld xmlns:p="http://schemas.openxmlformats.org/presentationml/2006/main">
  <p:cSld>
    <p:bg>
      <p:bgPr>
        <a:solidFill xmlns:a="http://schemas.openxmlformats.org/drawingml/2006/main">
          <a:srgbClr val="FAF7F2"/>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B81D6E7-82D7-4F8F-8917-EACED5CEA755}"/>
              </a:ext>
            </a:extLst>
          </p:cNvPr>
          <p:cNvPicPr>
            <a:picLocks xmlns:a="http://schemas.openxmlformats.org/drawingml/2006/main" noChangeAspect="1"/>
          </p:cNvPicPr>
          <p:nvPr/>
        </p:nvPicPr>
        <p:blipFill>
          <a:blip xmlns:r="http://schemas.openxmlformats.org/officeDocument/2006/relationships" xmlns:a="http://schemas.openxmlformats.org/drawingml/2006/main" r:embed="Redb9e1d22e6e4d47"/>
          <a:stretch xmlns:a="http://schemas.openxmlformats.org/drawingml/2006/main"/>
        </p:blipFill>
        <p:spPr>
          <a:xfrm xmlns:a="http://schemas.openxmlformats.org/drawingml/2006/main">
            <a:off x="533400" y="351246"/>
            <a:ext cx="333375" cy="297634"/>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CD293A67-73F9-41B2-AB6B-D491E31B28A1}"/>
              </a:ext>
            </a:extLst>
          </p:cNvPr>
          <p:cNvPicPr>
            <a:picLocks xmlns:a="http://schemas.openxmlformats.org/drawingml/2006/main" noChangeAspect="1"/>
          </p:cNvPicPr>
          <p:nvPr/>
        </p:nvPicPr>
        <p:blipFill>
          <a:blip xmlns:r="http://schemas.openxmlformats.org/officeDocument/2006/relationships" xmlns:a="http://schemas.openxmlformats.org/drawingml/2006/main" r:embed="R958f3c86dfaf4837"/>
          <a:stretch xmlns:a="http://schemas.openxmlformats.org/drawingml/2006/main"/>
        </p:blipFill>
        <p:spPr>
          <a:xfrm xmlns:a="http://schemas.openxmlformats.org/drawingml/2006/main">
            <a:off x="984148" y="419100"/>
            <a:ext cx="1327355" cy="238125"/>
          </a:xfrm>
          <a:prstGeom xmlns:a="http://schemas.openxmlformats.org/drawingml/2006/main" prst="rect">
            <a:avLst/>
          </a:prstGeom>
        </p:spPr>
      </p:pic>
      <p:sp>
        <p:nvSpPr>
          <p:cNvPr id="4" name="10">
            <a:extLst xmlns:a="http://schemas.openxmlformats.org/drawingml/2006/main">
              <a:ext uri="{FF2B5EF4-FFF2-40B4-BE49-F238E27FC236}">
                <a16:creationId xmlns:a16="http://schemas.microsoft.com/office/drawing/2014/main" id="{0A711850-287D-4D83-B50F-97C0B285C181}"/>
              </a:ext>
            </a:extLst>
          </p:cNvPr>
          <p:cNvSpPr>
            <a:spLocks xmlns:a="http://schemas.openxmlformats.org/drawingml/2006/main" noGrp="1"/>
          </p:cNvSpPr>
          <p:nvPr/>
        </p:nvSpPr>
        <p:spPr>
          <a:xfrm xmlns:a="http://schemas.openxmlformats.org/drawingml/2006/main">
            <a:off x="11087100" y="6210300"/>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716B70"/>
                </a:solidFill>
                <a:latin typeface="Plus Jakarta Sans"/>
                <a:ea typeface="Plus Jakarta Sans"/>
                <a:cs typeface="Plus Jakarta Sans"/>
              </a:defRPr>
            </a:defPPr>
            <a:lvl1pPr>
              <a:defRPr sz="1050" b="0">
                <a:solidFill>
                  <a:srgbClr val="716B70"/>
                </a:solidFill>
                <a:latin typeface="Plus Jakarta Sans"/>
                <a:ea typeface="Plus Jakarta Sans"/>
                <a:cs typeface="Plus Jakarta Sans"/>
              </a:defRPr>
            </a:lvl1pPr>
            <a:lvl2pPr>
              <a:defRPr sz="1050" b="0">
                <a:solidFill>
                  <a:srgbClr val="716B70"/>
                </a:solidFill>
                <a:latin typeface="Plus Jakarta Sans"/>
                <a:ea typeface="Plus Jakarta Sans"/>
                <a:cs typeface="Plus Jakarta Sans"/>
              </a:defRPr>
            </a:lvl2pPr>
            <a:lvl3pPr>
              <a:defRPr sz="1050" b="0">
                <a:solidFill>
                  <a:srgbClr val="716B70"/>
                </a:solidFill>
                <a:latin typeface="Plus Jakarta Sans"/>
                <a:ea typeface="Plus Jakarta Sans"/>
                <a:cs typeface="Plus Jakarta Sans"/>
              </a:defRPr>
            </a:lvl3pPr>
            <a:lvl4pPr>
              <a:defRPr sz="1050" b="0">
                <a:solidFill>
                  <a:srgbClr val="716B70"/>
                </a:solidFill>
                <a:latin typeface="Plus Jakarta Sans"/>
                <a:ea typeface="Plus Jakarta Sans"/>
                <a:cs typeface="Plus Jakarta Sans"/>
              </a:defRPr>
            </a:lvl4pPr>
            <a:lvl5pPr>
              <a:defRPr sz="1050" b="0">
                <a:solidFill>
                  <a:srgbClr val="716B70"/>
                </a:solidFill>
                <a:latin typeface="Plus Jakarta Sans"/>
                <a:ea typeface="Plus Jakarta Sans"/>
                <a:cs typeface="Plus Jakarta Sans"/>
              </a:defRPr>
            </a:lvl5pPr>
            <a:lvl6pPr>
              <a:defRPr sz="1050" b="0">
                <a:solidFill>
                  <a:srgbClr val="716B70"/>
                </a:solidFill>
                <a:latin typeface="Plus Jakarta Sans"/>
                <a:ea typeface="Plus Jakarta Sans"/>
                <a:cs typeface="Plus Jakarta Sans"/>
              </a:defRPr>
            </a:lvl6pPr>
            <a:lvl7pPr>
              <a:defRPr sz="1050" b="0">
                <a:solidFill>
                  <a:srgbClr val="716B70"/>
                </a:solidFill>
                <a:latin typeface="Plus Jakarta Sans"/>
                <a:ea typeface="Plus Jakarta Sans"/>
                <a:cs typeface="Plus Jakarta Sans"/>
              </a:defRPr>
            </a:lvl7pPr>
            <a:lvl8pPr>
              <a:defRPr sz="1050" b="0">
                <a:solidFill>
                  <a:srgbClr val="716B70"/>
                </a:solidFill>
                <a:latin typeface="Plus Jakarta Sans"/>
                <a:ea typeface="Plus Jakarta Sans"/>
                <a:cs typeface="Plus Jakarta Sans"/>
              </a:defRPr>
            </a:lvl8pPr>
            <a:lvl9pPr>
              <a:defRPr sz="1050" b="0">
                <a:solidFill>
                  <a:srgbClr val="716B70"/>
                </a:solidFill>
                <a:latin typeface="Plus Jakarta Sans"/>
                <a:ea typeface="Plus Jakarta Sans"/>
                <a:cs typeface="Plus Jakarta Sans"/>
              </a:defRPr>
            </a:lvl9pPr>
          </a:lstStyle>
          <a:p xmlns:a="http://schemas.openxmlformats.org/drawingml/2006/main">
            <a:pPr>
              <a:defRPr sz="1050" b="0">
                <a:solidFill>
                  <a:srgbClr val="716B70"/>
                </a:solidFill>
                <a:latin typeface="Plus Jakarta Sans"/>
                <a:ea typeface="Plus Jakarta Sans"/>
                <a:cs typeface="Plus Jakarta Sans"/>
              </a:defRPr>
            </a:pPr>
            <a:r>
              <a:rPr sz="1050" b="0">
                <a:solidFill>
                  <a:srgbClr val="716B70"/>
                </a:solidFill>
                <a:latin typeface="Plus Jakarta Sans"/>
                <a:ea typeface="Plus Jakarta Sans"/>
                <a:cs typeface="Plus Jakarta Sans"/>
              </a:rPr>
              <a:t>10</a:t>
            </a:r>
          </a:p>
        </p:txBody>
      </p:sp>
      <p:sp>
        <p:nvSpPr>
          <p:cNvPr id="5" name="We were ZinYaw, too">
            <a:extLst xmlns:a="http://schemas.openxmlformats.org/drawingml/2006/main">
              <a:ext uri="{FF2B5EF4-FFF2-40B4-BE49-F238E27FC236}">
                <a16:creationId xmlns:a16="http://schemas.microsoft.com/office/drawing/2014/main" id="{EBF78A2C-3A67-4CE1-B2C1-D3C92D44BC39}"/>
              </a:ext>
            </a:extLst>
          </p:cNvPr>
          <p:cNvSpPr>
            <a:spLocks xmlns:a="http://schemas.openxmlformats.org/drawingml/2006/main" noGrp="1"/>
          </p:cNvSpPr>
          <p:nvPr/>
        </p:nvSpPr>
        <p:spPr>
          <a:xfrm xmlns:a="http://schemas.openxmlformats.org/drawingml/2006/main">
            <a:off x="609600" y="1600200"/>
            <a:ext cx="8477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75" b="1">
                <a:solidFill>
                  <a:srgbClr val="18181B"/>
                </a:solidFill>
                <a:latin typeface="Sora"/>
                <a:ea typeface="Sora"/>
                <a:cs typeface="Sora"/>
              </a:defRPr>
            </a:defPPr>
            <a:lvl1pPr>
              <a:defRPr sz="4275" b="1">
                <a:solidFill>
                  <a:srgbClr val="18181B"/>
                </a:solidFill>
                <a:latin typeface="Sora"/>
                <a:ea typeface="Sora"/>
                <a:cs typeface="Sora"/>
              </a:defRPr>
            </a:lvl1pPr>
            <a:lvl2pPr>
              <a:defRPr sz="4275" b="1">
                <a:solidFill>
                  <a:srgbClr val="18181B"/>
                </a:solidFill>
                <a:latin typeface="Sora"/>
                <a:ea typeface="Sora"/>
                <a:cs typeface="Sora"/>
              </a:defRPr>
            </a:lvl2pPr>
            <a:lvl3pPr>
              <a:defRPr sz="4275" b="1">
                <a:solidFill>
                  <a:srgbClr val="18181B"/>
                </a:solidFill>
                <a:latin typeface="Sora"/>
                <a:ea typeface="Sora"/>
                <a:cs typeface="Sora"/>
              </a:defRPr>
            </a:lvl3pPr>
            <a:lvl4pPr>
              <a:defRPr sz="4275" b="1">
                <a:solidFill>
                  <a:srgbClr val="18181B"/>
                </a:solidFill>
                <a:latin typeface="Sora"/>
                <a:ea typeface="Sora"/>
                <a:cs typeface="Sora"/>
              </a:defRPr>
            </a:lvl4pPr>
            <a:lvl5pPr>
              <a:defRPr sz="4275" b="1">
                <a:solidFill>
                  <a:srgbClr val="18181B"/>
                </a:solidFill>
                <a:latin typeface="Sora"/>
                <a:ea typeface="Sora"/>
                <a:cs typeface="Sora"/>
              </a:defRPr>
            </a:lvl5pPr>
            <a:lvl6pPr>
              <a:defRPr sz="4275" b="1">
                <a:solidFill>
                  <a:srgbClr val="18181B"/>
                </a:solidFill>
                <a:latin typeface="Sora"/>
                <a:ea typeface="Sora"/>
                <a:cs typeface="Sora"/>
              </a:defRPr>
            </a:lvl6pPr>
            <a:lvl7pPr>
              <a:defRPr sz="4275" b="1">
                <a:solidFill>
                  <a:srgbClr val="18181B"/>
                </a:solidFill>
                <a:latin typeface="Sora"/>
                <a:ea typeface="Sora"/>
                <a:cs typeface="Sora"/>
              </a:defRPr>
            </a:lvl7pPr>
            <a:lvl8pPr>
              <a:defRPr sz="4275" b="1">
                <a:solidFill>
                  <a:srgbClr val="18181B"/>
                </a:solidFill>
                <a:latin typeface="Sora"/>
                <a:ea typeface="Sora"/>
                <a:cs typeface="Sora"/>
              </a:defRPr>
            </a:lvl8pPr>
            <a:lvl9pPr>
              <a:defRPr sz="4275" b="1">
                <a:solidFill>
                  <a:srgbClr val="18181B"/>
                </a:solidFill>
                <a:latin typeface="Sora"/>
                <a:ea typeface="Sora"/>
                <a:cs typeface="Sora"/>
              </a:defRPr>
            </a:lvl9pPr>
          </a:lstStyle>
          <a:p xmlns:a="http://schemas.openxmlformats.org/drawingml/2006/main">
            <a:pPr>
              <a:defRPr sz="4275" b="1">
                <a:solidFill>
                  <a:srgbClr val="18181B"/>
                </a:solidFill>
                <a:latin typeface="Sora"/>
                <a:ea typeface="Sora"/>
                <a:cs typeface="Sora"/>
              </a:defRPr>
            </a:pPr>
            <a:r>
              <a:rPr sz="4275" b="1">
                <a:solidFill>
                  <a:srgbClr val="18181B"/>
                </a:solidFill>
                <a:latin typeface="Sora"/>
                <a:ea typeface="Sora"/>
                <a:cs typeface="Sora"/>
              </a:rPr>
              <a:t>We were ZinYaw, too</a:t>
            </a:r>
          </a:p>
        </p:txBody>
      </p:sp>
      <p:sp>
        <p:nvSpPr>
          <p:cNvPr id="6" name="Big dreams deserve&#10;a clear first step">
            <a:extLst xmlns:a="http://schemas.openxmlformats.org/drawingml/2006/main">
              <a:ext uri="{FF2B5EF4-FFF2-40B4-BE49-F238E27FC236}">
                <a16:creationId xmlns:a16="http://schemas.microsoft.com/office/drawing/2014/main" id="{4626A97D-2668-4C90-A77F-C1B574A6D629}"/>
              </a:ext>
            </a:extLst>
          </p:cNvPr>
          <p:cNvSpPr>
            <a:spLocks xmlns:a="http://schemas.openxmlformats.org/drawingml/2006/main" noGrp="1"/>
          </p:cNvSpPr>
          <p:nvPr/>
        </p:nvSpPr>
        <p:spPr>
          <a:xfrm xmlns:a="http://schemas.openxmlformats.org/drawingml/2006/main">
            <a:off x="609600" y="2876550"/>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963D50"/>
                </a:solidFill>
                <a:latin typeface="Sora"/>
                <a:ea typeface="Sora"/>
                <a:cs typeface="Sora"/>
              </a:defRPr>
            </a:defPPr>
            <a:lvl1pPr>
              <a:defRPr sz="3900" b="1">
                <a:solidFill>
                  <a:srgbClr val="963D50"/>
                </a:solidFill>
                <a:latin typeface="Sora"/>
                <a:ea typeface="Sora"/>
                <a:cs typeface="Sora"/>
              </a:defRPr>
            </a:lvl1pPr>
            <a:lvl2pPr>
              <a:defRPr sz="3900" b="1">
                <a:solidFill>
                  <a:srgbClr val="963D50"/>
                </a:solidFill>
                <a:latin typeface="Sora"/>
                <a:ea typeface="Sora"/>
                <a:cs typeface="Sora"/>
              </a:defRPr>
            </a:lvl2pPr>
            <a:lvl3pPr>
              <a:defRPr sz="3900" b="1">
                <a:solidFill>
                  <a:srgbClr val="963D50"/>
                </a:solidFill>
                <a:latin typeface="Sora"/>
                <a:ea typeface="Sora"/>
                <a:cs typeface="Sora"/>
              </a:defRPr>
            </a:lvl3pPr>
            <a:lvl4pPr>
              <a:defRPr sz="3900" b="1">
                <a:solidFill>
                  <a:srgbClr val="963D50"/>
                </a:solidFill>
                <a:latin typeface="Sora"/>
                <a:ea typeface="Sora"/>
                <a:cs typeface="Sora"/>
              </a:defRPr>
            </a:lvl4pPr>
            <a:lvl5pPr>
              <a:defRPr sz="3900" b="1">
                <a:solidFill>
                  <a:srgbClr val="963D50"/>
                </a:solidFill>
                <a:latin typeface="Sora"/>
                <a:ea typeface="Sora"/>
                <a:cs typeface="Sora"/>
              </a:defRPr>
            </a:lvl5pPr>
            <a:lvl6pPr>
              <a:defRPr sz="3900" b="1">
                <a:solidFill>
                  <a:srgbClr val="963D50"/>
                </a:solidFill>
                <a:latin typeface="Sora"/>
                <a:ea typeface="Sora"/>
                <a:cs typeface="Sora"/>
              </a:defRPr>
            </a:lvl6pPr>
            <a:lvl7pPr>
              <a:defRPr sz="3900" b="1">
                <a:solidFill>
                  <a:srgbClr val="963D50"/>
                </a:solidFill>
                <a:latin typeface="Sora"/>
                <a:ea typeface="Sora"/>
                <a:cs typeface="Sora"/>
              </a:defRPr>
            </a:lvl7pPr>
            <a:lvl8pPr>
              <a:defRPr sz="3900" b="1">
                <a:solidFill>
                  <a:srgbClr val="963D50"/>
                </a:solidFill>
                <a:latin typeface="Sora"/>
                <a:ea typeface="Sora"/>
                <a:cs typeface="Sora"/>
              </a:defRPr>
            </a:lvl8pPr>
            <a:lvl9pPr>
              <a:defRPr sz="3900" b="1">
                <a:solidFill>
                  <a:srgbClr val="963D50"/>
                </a:solidFill>
                <a:latin typeface="Sora"/>
                <a:ea typeface="Sora"/>
                <a:cs typeface="Sora"/>
              </a:defRPr>
            </a:lvl9pPr>
          </a:lstStyle>
          <a:p xmlns:a="http://schemas.openxmlformats.org/drawingml/2006/main">
            <a:pPr>
              <a:defRPr sz="3900" b="1">
                <a:solidFill>
                  <a:srgbClr val="963D50"/>
                </a:solidFill>
                <a:latin typeface="Sora"/>
                <a:ea typeface="Sora"/>
                <a:cs typeface="Sora"/>
              </a:defRPr>
            </a:pPr>
            <a:r>
              <a:rPr sz="3900" b="1">
                <a:solidFill>
                  <a:srgbClr val="963D50"/>
                </a:solidFill>
                <a:latin typeface="Sora"/>
                <a:ea typeface="Sora"/>
                <a:cs typeface="Sora"/>
              </a:rPr>
              <a:t>Big dreams deserve</a:t>
            </a:r>
          </a:p>
          <a:p xmlns:a="http://schemas.openxmlformats.org/drawingml/2006/main">
            <a:pPr>
              <a:defRPr sz="3900" b="1">
                <a:solidFill>
                  <a:srgbClr val="963D50"/>
                </a:solidFill>
                <a:latin typeface="Sora"/>
                <a:ea typeface="Sora"/>
                <a:cs typeface="Sora"/>
              </a:defRPr>
            </a:pPr>
            <a:r>
              <a:rPr sz="3900" b="1">
                <a:solidFill>
                  <a:srgbClr val="963D50"/>
                </a:solidFill>
                <a:latin typeface="Sora"/>
                <a:ea typeface="Sora"/>
                <a:cs typeface="Sora"/>
              </a:rPr>
              <a:t>a clear first step</a:t>
            </a:r>
          </a:p>
        </p:txBody>
      </p:sp>
      <p:sp>
        <p:nvSpPr>
          <p:cNvPr id="7" name="Team 404">
            <a:extLst xmlns:a="http://schemas.openxmlformats.org/drawingml/2006/main">
              <a:ext uri="{FF2B5EF4-FFF2-40B4-BE49-F238E27FC236}">
                <a16:creationId xmlns:a16="http://schemas.microsoft.com/office/drawing/2014/main" id="{1D149393-FD64-4EBB-B896-CE1D0D204F6A}"/>
              </a:ext>
            </a:extLst>
          </p:cNvPr>
          <p:cNvSpPr>
            <a:spLocks xmlns:a="http://schemas.openxmlformats.org/drawingml/2006/main" noGrp="1"/>
          </p:cNvSpPr>
          <p:nvPr/>
        </p:nvSpPr>
        <p:spPr>
          <a:xfrm xmlns:a="http://schemas.openxmlformats.org/drawingml/2006/main">
            <a:off x="609600" y="48291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181B"/>
                </a:solidFill>
                <a:latin typeface="Plus Jakarta Sans"/>
                <a:ea typeface="Plus Jakarta Sans"/>
                <a:cs typeface="Plus Jakarta Sans"/>
              </a:defRPr>
            </a:defPPr>
            <a:lvl1pPr>
              <a:defRPr sz="2175" b="1">
                <a:solidFill>
                  <a:srgbClr val="18181B"/>
                </a:solidFill>
                <a:latin typeface="Plus Jakarta Sans"/>
                <a:ea typeface="Plus Jakarta Sans"/>
                <a:cs typeface="Plus Jakarta Sans"/>
              </a:defRPr>
            </a:lvl1pPr>
            <a:lvl2pPr>
              <a:defRPr sz="2175" b="1">
                <a:solidFill>
                  <a:srgbClr val="18181B"/>
                </a:solidFill>
                <a:latin typeface="Plus Jakarta Sans"/>
                <a:ea typeface="Plus Jakarta Sans"/>
                <a:cs typeface="Plus Jakarta Sans"/>
              </a:defRPr>
            </a:lvl2pPr>
            <a:lvl3pPr>
              <a:defRPr sz="2175" b="1">
                <a:solidFill>
                  <a:srgbClr val="18181B"/>
                </a:solidFill>
                <a:latin typeface="Plus Jakarta Sans"/>
                <a:ea typeface="Plus Jakarta Sans"/>
                <a:cs typeface="Plus Jakarta Sans"/>
              </a:defRPr>
            </a:lvl3pPr>
            <a:lvl4pPr>
              <a:defRPr sz="2175" b="1">
                <a:solidFill>
                  <a:srgbClr val="18181B"/>
                </a:solidFill>
                <a:latin typeface="Plus Jakarta Sans"/>
                <a:ea typeface="Plus Jakarta Sans"/>
                <a:cs typeface="Plus Jakarta Sans"/>
              </a:defRPr>
            </a:lvl4pPr>
            <a:lvl5pPr>
              <a:defRPr sz="2175" b="1">
                <a:solidFill>
                  <a:srgbClr val="18181B"/>
                </a:solidFill>
                <a:latin typeface="Plus Jakarta Sans"/>
                <a:ea typeface="Plus Jakarta Sans"/>
                <a:cs typeface="Plus Jakarta Sans"/>
              </a:defRPr>
            </a:lvl5pPr>
            <a:lvl6pPr>
              <a:defRPr sz="2175" b="1">
                <a:solidFill>
                  <a:srgbClr val="18181B"/>
                </a:solidFill>
                <a:latin typeface="Plus Jakarta Sans"/>
                <a:ea typeface="Plus Jakarta Sans"/>
                <a:cs typeface="Plus Jakarta Sans"/>
              </a:defRPr>
            </a:lvl6pPr>
            <a:lvl7pPr>
              <a:defRPr sz="2175" b="1">
                <a:solidFill>
                  <a:srgbClr val="18181B"/>
                </a:solidFill>
                <a:latin typeface="Plus Jakarta Sans"/>
                <a:ea typeface="Plus Jakarta Sans"/>
                <a:cs typeface="Plus Jakarta Sans"/>
              </a:defRPr>
            </a:lvl7pPr>
            <a:lvl8pPr>
              <a:defRPr sz="2175" b="1">
                <a:solidFill>
                  <a:srgbClr val="18181B"/>
                </a:solidFill>
                <a:latin typeface="Plus Jakarta Sans"/>
                <a:ea typeface="Plus Jakarta Sans"/>
                <a:cs typeface="Plus Jakarta Sans"/>
              </a:defRPr>
            </a:lvl8pPr>
            <a:lvl9pPr>
              <a:defRPr sz="2175" b="1">
                <a:solidFill>
                  <a:srgbClr val="18181B"/>
                </a:solidFill>
                <a:latin typeface="Plus Jakarta Sans"/>
                <a:ea typeface="Plus Jakarta Sans"/>
                <a:cs typeface="Plus Jakarta Sans"/>
              </a:defRPr>
            </a:lvl9pPr>
          </a:lstStyle>
          <a:p xmlns:a="http://schemas.openxmlformats.org/drawingml/2006/main">
            <a:pPr>
              <a:defRPr sz="2175" b="1">
                <a:solidFill>
                  <a:srgbClr val="18181B"/>
                </a:solidFill>
                <a:latin typeface="Plus Jakarta Sans"/>
                <a:ea typeface="Plus Jakarta Sans"/>
                <a:cs typeface="Plus Jakarta Sans"/>
              </a:defRPr>
            </a:pPr>
            <a:r>
              <a:rPr sz="2175" b="1">
                <a:solidFill>
                  <a:srgbClr val="18181B"/>
                </a:solidFill>
                <a:latin typeface="Plus Jakarta Sans"/>
                <a:ea typeface="Plus Jakarta Sans"/>
                <a:cs typeface="Plus Jakarta Sans"/>
              </a:rPr>
              <a:t>Team 404</a:t>
            </a:r>
          </a:p>
        </p:txBody>
      </p:sp>
      <p:sp>
        <p:nvSpPr>
          <p:cNvPr id="8" name="We’re looking for pilot partners and supporters&#10;to conn">
            <a:extLst xmlns:a="http://schemas.openxmlformats.org/drawingml/2006/main">
              <a:ext uri="{FF2B5EF4-FFF2-40B4-BE49-F238E27FC236}">
                <a16:creationId xmlns:a16="http://schemas.microsoft.com/office/drawing/2014/main" id="{30CE2DB0-44A7-49B5-84E9-F6C87B966C9B}"/>
              </a:ext>
            </a:extLst>
          </p:cNvPr>
          <p:cNvSpPr>
            <a:spLocks xmlns:a="http://schemas.openxmlformats.org/drawingml/2006/main" noGrp="1"/>
          </p:cNvSpPr>
          <p:nvPr/>
        </p:nvSpPr>
        <p:spPr>
          <a:xfrm xmlns:a="http://schemas.openxmlformats.org/drawingml/2006/main">
            <a:off x="609600" y="5410200"/>
            <a:ext cx="809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716B70"/>
                </a:solidFill>
                <a:latin typeface="Plus Jakarta Sans"/>
                <a:ea typeface="Plus Jakarta Sans"/>
                <a:cs typeface="Plus Jakarta Sans"/>
              </a:defRPr>
            </a:defPPr>
            <a:lvl1pPr>
              <a:defRPr sz="1875" b="0">
                <a:solidFill>
                  <a:srgbClr val="716B70"/>
                </a:solidFill>
                <a:latin typeface="Plus Jakarta Sans"/>
                <a:ea typeface="Plus Jakarta Sans"/>
                <a:cs typeface="Plus Jakarta Sans"/>
              </a:defRPr>
            </a:lvl1pPr>
            <a:lvl2pPr>
              <a:defRPr sz="1875" b="0">
                <a:solidFill>
                  <a:srgbClr val="716B70"/>
                </a:solidFill>
                <a:latin typeface="Plus Jakarta Sans"/>
                <a:ea typeface="Plus Jakarta Sans"/>
                <a:cs typeface="Plus Jakarta Sans"/>
              </a:defRPr>
            </a:lvl2pPr>
            <a:lvl3pPr>
              <a:defRPr sz="1875" b="0">
                <a:solidFill>
                  <a:srgbClr val="716B70"/>
                </a:solidFill>
                <a:latin typeface="Plus Jakarta Sans"/>
                <a:ea typeface="Plus Jakarta Sans"/>
                <a:cs typeface="Plus Jakarta Sans"/>
              </a:defRPr>
            </a:lvl3pPr>
            <a:lvl4pPr>
              <a:defRPr sz="1875" b="0">
                <a:solidFill>
                  <a:srgbClr val="716B70"/>
                </a:solidFill>
                <a:latin typeface="Plus Jakarta Sans"/>
                <a:ea typeface="Plus Jakarta Sans"/>
                <a:cs typeface="Plus Jakarta Sans"/>
              </a:defRPr>
            </a:lvl4pPr>
            <a:lvl5pPr>
              <a:defRPr sz="1875" b="0">
                <a:solidFill>
                  <a:srgbClr val="716B70"/>
                </a:solidFill>
                <a:latin typeface="Plus Jakarta Sans"/>
                <a:ea typeface="Plus Jakarta Sans"/>
                <a:cs typeface="Plus Jakarta Sans"/>
              </a:defRPr>
            </a:lvl5pPr>
            <a:lvl6pPr>
              <a:defRPr sz="1875" b="0">
                <a:solidFill>
                  <a:srgbClr val="716B70"/>
                </a:solidFill>
                <a:latin typeface="Plus Jakarta Sans"/>
                <a:ea typeface="Plus Jakarta Sans"/>
                <a:cs typeface="Plus Jakarta Sans"/>
              </a:defRPr>
            </a:lvl6pPr>
            <a:lvl7pPr>
              <a:defRPr sz="1875" b="0">
                <a:solidFill>
                  <a:srgbClr val="716B70"/>
                </a:solidFill>
                <a:latin typeface="Plus Jakarta Sans"/>
                <a:ea typeface="Plus Jakarta Sans"/>
                <a:cs typeface="Plus Jakarta Sans"/>
              </a:defRPr>
            </a:lvl7pPr>
            <a:lvl8pPr>
              <a:defRPr sz="1875" b="0">
                <a:solidFill>
                  <a:srgbClr val="716B70"/>
                </a:solidFill>
                <a:latin typeface="Plus Jakarta Sans"/>
                <a:ea typeface="Plus Jakarta Sans"/>
                <a:cs typeface="Plus Jakarta Sans"/>
              </a:defRPr>
            </a:lvl8pPr>
            <a:lvl9pPr>
              <a:defRPr sz="1875" b="0">
                <a:solidFill>
                  <a:srgbClr val="716B70"/>
                </a:solidFill>
                <a:latin typeface="Plus Jakarta Sans"/>
                <a:ea typeface="Plus Jakarta Sans"/>
                <a:cs typeface="Plus Jakarta Sans"/>
              </a:defRPr>
            </a:lvl9pPr>
          </a:lstStyle>
          <a:p xmlns:a="http://schemas.openxmlformats.org/drawingml/2006/main">
            <a:pPr>
              <a:defRPr sz="1875" b="0">
                <a:solidFill>
                  <a:srgbClr val="716B70"/>
                </a:solidFill>
                <a:latin typeface="Plus Jakarta Sans"/>
                <a:ea typeface="Plus Jakarta Sans"/>
                <a:cs typeface="Plus Jakarta Sans"/>
              </a:defRPr>
            </a:pPr>
            <a:r>
              <a:rPr sz="1875" b="0">
                <a:solidFill>
                  <a:srgbClr val="716B70"/>
                </a:solidFill>
                <a:latin typeface="Plus Jakarta Sans"/>
                <a:ea typeface="Plus Jakarta Sans"/>
                <a:cs typeface="Plus Jakarta Sans"/>
              </a:rPr>
              <a:t>We’re looking for pilot partners and supporters</a:t>
            </a:r>
          </a:p>
          <a:p xmlns:a="http://schemas.openxmlformats.org/drawingml/2006/main">
            <a:pPr>
              <a:defRPr sz="1875" b="0">
                <a:solidFill>
                  <a:srgbClr val="716B70"/>
                </a:solidFill>
                <a:latin typeface="Plus Jakarta Sans"/>
                <a:ea typeface="Plus Jakarta Sans"/>
                <a:cs typeface="Plus Jakarta Sans"/>
              </a:defRPr>
            </a:pPr>
            <a:r>
              <a:rPr sz="1875" b="0">
                <a:solidFill>
                  <a:srgbClr val="716B70"/>
                </a:solidFill>
                <a:latin typeface="Plus Jakarta Sans"/>
                <a:ea typeface="Plus Jakarta Sans"/>
                <a:cs typeface="Plus Jakarta Sans"/>
              </a:rPr>
              <a:t>to connect learning with real opportunities.</a:t>
            </a:r>
          </a:p>
        </p:txBody>
      </p:sp>
      <p:pic>
        <p:nvPicPr>
          <p:cNvPr id="9" name="">
            <a:extLst xmlns:a="http://schemas.openxmlformats.org/drawingml/2006/main">
              <a:ext uri="{FF2B5EF4-FFF2-40B4-BE49-F238E27FC236}">
                <a16:creationId xmlns:a16="http://schemas.microsoft.com/office/drawing/2014/main" id="{EF6CF34C-8BEE-4328-8DBF-C3367528D4E7}"/>
              </a:ext>
            </a:extLst>
          </p:cNvPr>
          <p:cNvPicPr>
            <a:picLocks xmlns:a="http://schemas.openxmlformats.org/drawingml/2006/main" noChangeAspect="1"/>
          </p:cNvPicPr>
          <p:nvPr/>
        </p:nvPicPr>
        <p:blipFill>
          <a:blip xmlns:r="http://schemas.openxmlformats.org/officeDocument/2006/relationships" xmlns:a="http://schemas.openxmlformats.org/drawingml/2006/main" r:embed="R4b8afc71f91d45e9"/>
          <a:stretch xmlns:a="http://schemas.openxmlformats.org/drawingml/2006/main"/>
        </p:blipFill>
        <p:spPr>
          <a:xfrm xmlns:a="http://schemas.openxmlformats.org/drawingml/2006/main">
            <a:off x="9067800" y="3038120"/>
            <a:ext cx="2647950" cy="2086685"/>
          </a:xfrm>
          <a:prstGeom xmlns:a="http://schemas.openxmlformats.org/drawingml/2006/main" prst="rect">
            <a:avLst/>
          </a:prstGeom>
        </p:spPr>
      </p:pic>
      <p:sp>
        <p:nvSpPr>
          <p:cNvPr id="10" name="Thank you. See you on November 1st!">
            <a:extLst xmlns:a="http://schemas.openxmlformats.org/drawingml/2006/main">
              <a:ext uri="{FF2B5EF4-FFF2-40B4-BE49-F238E27FC236}">
                <a16:creationId xmlns:a16="http://schemas.microsoft.com/office/drawing/2014/main" id="{7F5BC39A-B579-4F17-9430-87F882CA475B}"/>
              </a:ext>
            </a:extLst>
          </p:cNvPr>
          <p:cNvSpPr>
            <a:spLocks xmlns:a="http://schemas.openxmlformats.org/drawingml/2006/main" noGrp="1"/>
          </p:cNvSpPr>
          <p:nvPr/>
        </p:nvSpPr>
        <p:spPr>
          <a:xfrm xmlns:a="http://schemas.openxmlformats.org/drawingml/2006/main">
            <a:off x="609600" y="6257925"/>
            <a:ext cx="952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963D50"/>
                </a:solidFill>
                <a:latin typeface="Plus Jakarta Sans"/>
                <a:ea typeface="Plus Jakarta Sans"/>
                <a:cs typeface="Plus Jakarta Sans"/>
              </a:defRPr>
            </a:defPPr>
            <a:lvl1pPr>
              <a:defRPr sz="1500" b="1">
                <a:solidFill>
                  <a:srgbClr val="963D50"/>
                </a:solidFill>
                <a:latin typeface="Plus Jakarta Sans"/>
                <a:ea typeface="Plus Jakarta Sans"/>
                <a:cs typeface="Plus Jakarta Sans"/>
              </a:defRPr>
            </a:lvl1pPr>
            <a:lvl2pPr>
              <a:defRPr sz="1500" b="1">
                <a:solidFill>
                  <a:srgbClr val="963D50"/>
                </a:solidFill>
                <a:latin typeface="Plus Jakarta Sans"/>
                <a:ea typeface="Plus Jakarta Sans"/>
                <a:cs typeface="Plus Jakarta Sans"/>
              </a:defRPr>
            </a:lvl2pPr>
            <a:lvl3pPr>
              <a:defRPr sz="1500" b="1">
                <a:solidFill>
                  <a:srgbClr val="963D50"/>
                </a:solidFill>
                <a:latin typeface="Plus Jakarta Sans"/>
                <a:ea typeface="Plus Jakarta Sans"/>
                <a:cs typeface="Plus Jakarta Sans"/>
              </a:defRPr>
            </a:lvl3pPr>
            <a:lvl4pPr>
              <a:defRPr sz="1500" b="1">
                <a:solidFill>
                  <a:srgbClr val="963D50"/>
                </a:solidFill>
                <a:latin typeface="Plus Jakarta Sans"/>
                <a:ea typeface="Plus Jakarta Sans"/>
                <a:cs typeface="Plus Jakarta Sans"/>
              </a:defRPr>
            </a:lvl4pPr>
            <a:lvl5pPr>
              <a:defRPr sz="1500" b="1">
                <a:solidFill>
                  <a:srgbClr val="963D50"/>
                </a:solidFill>
                <a:latin typeface="Plus Jakarta Sans"/>
                <a:ea typeface="Plus Jakarta Sans"/>
                <a:cs typeface="Plus Jakarta Sans"/>
              </a:defRPr>
            </a:lvl5pPr>
            <a:lvl6pPr>
              <a:defRPr sz="1500" b="1">
                <a:solidFill>
                  <a:srgbClr val="963D50"/>
                </a:solidFill>
                <a:latin typeface="Plus Jakarta Sans"/>
                <a:ea typeface="Plus Jakarta Sans"/>
                <a:cs typeface="Plus Jakarta Sans"/>
              </a:defRPr>
            </a:lvl6pPr>
            <a:lvl7pPr>
              <a:defRPr sz="1500" b="1">
                <a:solidFill>
                  <a:srgbClr val="963D50"/>
                </a:solidFill>
                <a:latin typeface="Plus Jakarta Sans"/>
                <a:ea typeface="Plus Jakarta Sans"/>
                <a:cs typeface="Plus Jakarta Sans"/>
              </a:defRPr>
            </a:lvl7pPr>
            <a:lvl8pPr>
              <a:defRPr sz="1500" b="1">
                <a:solidFill>
                  <a:srgbClr val="963D50"/>
                </a:solidFill>
                <a:latin typeface="Plus Jakarta Sans"/>
                <a:ea typeface="Plus Jakarta Sans"/>
                <a:cs typeface="Plus Jakarta Sans"/>
              </a:defRPr>
            </a:lvl8pPr>
            <a:lvl9pPr>
              <a:defRPr sz="1500" b="1">
                <a:solidFill>
                  <a:srgbClr val="963D50"/>
                </a:solidFill>
                <a:latin typeface="Plus Jakarta Sans"/>
                <a:ea typeface="Plus Jakarta Sans"/>
                <a:cs typeface="Plus Jakarta Sans"/>
              </a:defRPr>
            </a:lvl9pPr>
          </a:lstStyle>
          <a:p xmlns:a="http://schemas.openxmlformats.org/drawingml/2006/main">
            <a:pPr>
              <a:defRPr sz="1500" b="1">
                <a:solidFill>
                  <a:srgbClr val="963D50"/>
                </a:solidFill>
                <a:latin typeface="Plus Jakarta Sans"/>
                <a:ea typeface="Plus Jakarta Sans"/>
                <a:cs typeface="Plus Jakarta Sans"/>
              </a:defRPr>
            </a:pPr>
            <a:r>
              <a:rPr sz="1500" b="1">
                <a:solidFill>
                  <a:srgbClr val="963D50"/>
                </a:solidFill>
                <a:latin typeface="Plus Jakarta Sans"/>
                <a:ea typeface="Plus Jakarta Sans"/>
                <a:cs typeface="Plus Jakarta Sans"/>
              </a:rPr>
              <a:t>Thank you. See you on November 1st!</a:t>
            </a:r>
          </a:p>
        </p:txBody>
      </p:sp>
    </p:spTree>
    <p:extLst>
      <p:ext uri="{BB962C8B-B14F-4D97-AF65-F5344CB8AC3E}">
        <p14:creationId xmlns:p14="http://schemas.microsoft.com/office/powerpoint/2010/main" val="13112500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Plus Jakarta Sans"/>
        <a:ea typeface=""/>
        <a:cs typeface=""/>
      </a:majorFont>
      <a:minorFont>
        <a:latin typeface="Plus Jakarta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2026-10-23T13:32:44.9850000Z</dcterms:created>
  <dcterms:modified xsi:type="dcterms:W3CDTF">2026-10-23T13:32:44.9850000Z</dcterms:modified>
</coreProperties>
</file>